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5" r:id="rId3"/>
    <p:sldId id="257" r:id="rId4"/>
    <p:sldId id="263" r:id="rId5"/>
    <p:sldId id="266" r:id="rId6"/>
    <p:sldId id="267" r:id="rId7"/>
    <p:sldId id="272" r:id="rId8"/>
    <p:sldId id="268" r:id="rId9"/>
    <p:sldId id="275" r:id="rId10"/>
    <p:sldId id="261" r:id="rId11"/>
    <p:sldId id="271" r:id="rId12"/>
    <p:sldId id="270" r:id="rId13"/>
    <p:sldId id="27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4" autoAdjust="0"/>
    <p:restoredTop sz="86399"/>
  </p:normalViewPr>
  <p:slideViewPr>
    <p:cSldViewPr snapToGrid="0">
      <p:cViewPr varScale="1">
        <p:scale>
          <a:sx n="137" d="100"/>
          <a:sy n="137" d="100"/>
        </p:scale>
        <p:origin x="1836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90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jpg"/><Relationship Id="rId4" Type="http://schemas.openxmlformats.org/officeDocument/2006/relationships/hyperlink" Target="https://blog.keliweb.it/2015/10/in-corso-code-week-la-settimana-europea-della-programmazione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image" Target="../media/image7.jpg"/><Relationship Id="rId4" Type="http://schemas.openxmlformats.org/officeDocument/2006/relationships/hyperlink" Target="https://blog.keliweb.it/2015/10/in-corso-code-week-la-settimana-europea-della-programmazion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F92556-1250-443E-9E4D-76C988C802B5}" type="doc">
      <dgm:prSet loTypeId="urn:microsoft.com/office/officeart/2005/8/layout/vList4" loCatId="list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1851C41-EB2B-4E79-9364-C2C691FDB0F8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Large Language Models (LLMs) require high computational resources.</a:t>
          </a:r>
        </a:p>
      </dgm:t>
    </dgm:pt>
    <dgm:pt modelId="{1C9867C0-0041-4B03-ADD4-E6B0ABAB4916}" type="parTrans" cxnId="{81C660EA-6941-4F10-A3F6-2CD7C4604773}">
      <dgm:prSet/>
      <dgm:spPr/>
      <dgm:t>
        <a:bodyPr/>
        <a:lstStyle/>
        <a:p>
          <a:endParaRPr lang="en-US"/>
        </a:p>
      </dgm:t>
    </dgm:pt>
    <dgm:pt modelId="{BE576838-7DB6-4390-91B0-7B8081813B7B}" type="sibTrans" cxnId="{81C660EA-6941-4F10-A3F6-2CD7C4604773}">
      <dgm:prSet/>
      <dgm:spPr/>
      <dgm:t>
        <a:bodyPr/>
        <a:lstStyle/>
        <a:p>
          <a:endParaRPr lang="en-US" dirty="0"/>
        </a:p>
      </dgm:t>
    </dgm:pt>
    <dgm:pt modelId="{C8A26394-0A67-45B3-917F-B18B5DC2D25E}">
      <dgm:prSet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Edge devices (e.g., Jetson Orin Nano) have limited power capacity.</a:t>
          </a:r>
        </a:p>
      </dgm:t>
    </dgm:pt>
    <dgm:pt modelId="{32CDC2BC-0E99-4D83-8CFC-FB895C358D04}" type="parTrans" cxnId="{2459D22D-F2F1-4619-AD43-315B7ADD14DA}">
      <dgm:prSet/>
      <dgm:spPr/>
      <dgm:t>
        <a:bodyPr/>
        <a:lstStyle/>
        <a:p>
          <a:endParaRPr lang="en-US"/>
        </a:p>
      </dgm:t>
    </dgm:pt>
    <dgm:pt modelId="{A8D5B07B-D3E4-4148-93CB-F6803F57E91F}" type="sibTrans" cxnId="{2459D22D-F2F1-4619-AD43-315B7ADD14DA}">
      <dgm:prSet/>
      <dgm:spPr/>
      <dgm:t>
        <a:bodyPr/>
        <a:lstStyle/>
        <a:p>
          <a:endParaRPr lang="en-US" dirty="0"/>
        </a:p>
      </dgm:t>
    </dgm:pt>
    <dgm:pt modelId="{F7699BCF-C56C-4923-8B93-71AD9763CFFA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Energy efficiency is critical for real-world deployment.</a:t>
          </a:r>
        </a:p>
      </dgm:t>
    </dgm:pt>
    <dgm:pt modelId="{02704891-BBEF-44F3-BB86-3C31938F9501}" type="parTrans" cxnId="{B8AFB377-0550-4A04-94FF-DCBC40F9B9F2}">
      <dgm:prSet/>
      <dgm:spPr/>
      <dgm:t>
        <a:bodyPr/>
        <a:lstStyle/>
        <a:p>
          <a:endParaRPr lang="en-US"/>
        </a:p>
      </dgm:t>
    </dgm:pt>
    <dgm:pt modelId="{5622156A-7A7F-477B-8981-C36E554533FC}" type="sibTrans" cxnId="{B8AFB377-0550-4A04-94FF-DCBC40F9B9F2}">
      <dgm:prSet/>
      <dgm:spPr/>
      <dgm:t>
        <a:bodyPr/>
        <a:lstStyle/>
        <a:p>
          <a:endParaRPr lang="en-US" dirty="0"/>
        </a:p>
      </dgm:t>
    </dgm:pt>
    <dgm:pt modelId="{CD058995-E733-4DB2-9AC2-81836166CC2A}">
      <dgm:prSet/>
      <dgm:spPr>
        <a:solidFill>
          <a:schemeClr val="bg1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Moving from prompt design analysis on open and closed LLM’s to energy measurement in edge devices.</a:t>
          </a:r>
        </a:p>
      </dgm:t>
    </dgm:pt>
    <dgm:pt modelId="{7FC4931E-0153-4ADB-8BC3-D708D3A1E787}" type="parTrans" cxnId="{E08DB512-82B3-419E-99EC-51A14F7E88CF}">
      <dgm:prSet/>
      <dgm:spPr/>
      <dgm:t>
        <a:bodyPr/>
        <a:lstStyle/>
        <a:p>
          <a:endParaRPr lang="en-US"/>
        </a:p>
      </dgm:t>
    </dgm:pt>
    <dgm:pt modelId="{E38E3C03-27FE-490C-BEF2-6017EA0EF82F}" type="sibTrans" cxnId="{E08DB512-82B3-419E-99EC-51A14F7E88CF}">
      <dgm:prSet/>
      <dgm:spPr/>
      <dgm:t>
        <a:bodyPr/>
        <a:lstStyle/>
        <a:p>
          <a:endParaRPr lang="en-US"/>
        </a:p>
      </dgm:t>
    </dgm:pt>
    <dgm:pt modelId="{ABF0E0D3-73CF-4D99-8D11-78CFEA526EB1}" type="pres">
      <dgm:prSet presAssocID="{FBF92556-1250-443E-9E4D-76C988C802B5}" presName="linear" presStyleCnt="0">
        <dgm:presLayoutVars>
          <dgm:dir/>
          <dgm:resizeHandles val="exact"/>
        </dgm:presLayoutVars>
      </dgm:prSet>
      <dgm:spPr/>
    </dgm:pt>
    <dgm:pt modelId="{2A67CB86-6F0D-4D66-A63A-0DC4FCE20AA3}" type="pres">
      <dgm:prSet presAssocID="{CD058995-E733-4DB2-9AC2-81836166CC2A}" presName="comp" presStyleCnt="0"/>
      <dgm:spPr/>
    </dgm:pt>
    <dgm:pt modelId="{3F8DB56A-F4A9-4760-A530-3C9E68271FF2}" type="pres">
      <dgm:prSet presAssocID="{CD058995-E733-4DB2-9AC2-81836166CC2A}" presName="box" presStyleLbl="node1" presStyleIdx="0" presStyleCnt="4"/>
      <dgm:spPr/>
    </dgm:pt>
    <dgm:pt modelId="{4FF9A757-9F1E-4E6E-A3FC-69D273C84358}" type="pres">
      <dgm:prSet presAssocID="{CD058995-E733-4DB2-9AC2-81836166CC2A}" presName="img" presStyleLbl="fgImgPlac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30000" b="-30000"/>
          </a:stretch>
        </a:blipFill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52BBF32A-C915-4698-95B0-DC0FEE13F4BF}" type="pres">
      <dgm:prSet presAssocID="{CD058995-E733-4DB2-9AC2-81836166CC2A}" presName="text" presStyleLbl="node1" presStyleIdx="0" presStyleCnt="4">
        <dgm:presLayoutVars>
          <dgm:bulletEnabled val="1"/>
        </dgm:presLayoutVars>
      </dgm:prSet>
      <dgm:spPr/>
    </dgm:pt>
    <dgm:pt modelId="{09B82908-CA7A-4259-AEEF-827F3BC7D121}" type="pres">
      <dgm:prSet presAssocID="{E38E3C03-27FE-490C-BEF2-6017EA0EF82F}" presName="spacer" presStyleCnt="0"/>
      <dgm:spPr/>
    </dgm:pt>
    <dgm:pt modelId="{6CC1F3D4-B479-4D5A-8206-6ED9F43D303C}" type="pres">
      <dgm:prSet presAssocID="{D1851C41-EB2B-4E79-9364-C2C691FDB0F8}" presName="comp" presStyleCnt="0"/>
      <dgm:spPr/>
    </dgm:pt>
    <dgm:pt modelId="{DA9E5352-F0C9-40BF-8F95-8D76BFD65F98}" type="pres">
      <dgm:prSet presAssocID="{D1851C41-EB2B-4E79-9364-C2C691FDB0F8}" presName="box" presStyleLbl="node1" presStyleIdx="1" presStyleCnt="4"/>
      <dgm:spPr/>
    </dgm:pt>
    <dgm:pt modelId="{26F8EA51-D182-4B87-BAC3-897ACF44CEB9}" type="pres">
      <dgm:prSet presAssocID="{D1851C41-EB2B-4E79-9364-C2C691FDB0F8}" presName="img" presStyleLbl="fgImgPlac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0" b="-10000"/>
          </a:stretch>
        </a:blipFill>
      </dgm:spPr>
    </dgm:pt>
    <dgm:pt modelId="{C04705BA-7B0D-4EA5-A3CC-8943417A0892}" type="pres">
      <dgm:prSet presAssocID="{D1851C41-EB2B-4E79-9364-C2C691FDB0F8}" presName="text" presStyleLbl="node1" presStyleIdx="1" presStyleCnt="4">
        <dgm:presLayoutVars>
          <dgm:bulletEnabled val="1"/>
        </dgm:presLayoutVars>
      </dgm:prSet>
      <dgm:spPr/>
    </dgm:pt>
    <dgm:pt modelId="{5C32D965-9074-4BCA-A310-E68DB2AC5C9E}" type="pres">
      <dgm:prSet presAssocID="{BE576838-7DB6-4390-91B0-7B8081813B7B}" presName="spacer" presStyleCnt="0"/>
      <dgm:spPr/>
    </dgm:pt>
    <dgm:pt modelId="{BDA43275-9B88-4FDC-B569-E9654D7B6D18}" type="pres">
      <dgm:prSet presAssocID="{C8A26394-0A67-45B3-917F-B18B5DC2D25E}" presName="comp" presStyleCnt="0"/>
      <dgm:spPr/>
    </dgm:pt>
    <dgm:pt modelId="{00726157-714D-4357-9AF0-CD208D241FDD}" type="pres">
      <dgm:prSet presAssocID="{C8A26394-0A67-45B3-917F-B18B5DC2D25E}" presName="box" presStyleLbl="node1" presStyleIdx="2" presStyleCnt="4"/>
      <dgm:spPr/>
    </dgm:pt>
    <dgm:pt modelId="{9E095619-4B08-4EFD-8922-1781180AA01B}" type="pres">
      <dgm:prSet presAssocID="{C8A26394-0A67-45B3-917F-B18B5DC2D25E}" presName="img" presStyleLbl="fgImgPlac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USB with solid fill"/>
        </a:ext>
      </dgm:extLst>
    </dgm:pt>
    <dgm:pt modelId="{85A0B114-7867-4838-85F2-7930FD6E0074}" type="pres">
      <dgm:prSet presAssocID="{C8A26394-0A67-45B3-917F-B18B5DC2D25E}" presName="text" presStyleLbl="node1" presStyleIdx="2" presStyleCnt="4">
        <dgm:presLayoutVars>
          <dgm:bulletEnabled val="1"/>
        </dgm:presLayoutVars>
      </dgm:prSet>
      <dgm:spPr/>
    </dgm:pt>
    <dgm:pt modelId="{2AB438F6-5C34-4E17-9B51-22BCBD1183E0}" type="pres">
      <dgm:prSet presAssocID="{A8D5B07B-D3E4-4148-93CB-F6803F57E91F}" presName="spacer" presStyleCnt="0"/>
      <dgm:spPr/>
    </dgm:pt>
    <dgm:pt modelId="{52061EA6-AB32-4114-9471-0183C8060AAB}" type="pres">
      <dgm:prSet presAssocID="{F7699BCF-C56C-4923-8B93-71AD9763CFFA}" presName="comp" presStyleCnt="0"/>
      <dgm:spPr/>
    </dgm:pt>
    <dgm:pt modelId="{36649C2F-C5C0-4D4E-9B55-C0B18B2C7031}" type="pres">
      <dgm:prSet presAssocID="{F7699BCF-C56C-4923-8B93-71AD9763CFFA}" presName="box" presStyleLbl="node1" presStyleIdx="3" presStyleCnt="4"/>
      <dgm:spPr/>
    </dgm:pt>
    <dgm:pt modelId="{2D72C66C-5CF1-4A4C-9BB3-FCD807AA404B}" type="pres">
      <dgm:prSet presAssocID="{F7699BCF-C56C-4923-8B93-71AD9763CFFA}" presName="img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</dgm:spPr>
      <dgm:extLst>
        <a:ext uri="{E40237B7-FDA0-4F09-8148-C483321AD2D9}">
          <dgm14:cNvPr xmlns:dgm14="http://schemas.microsoft.com/office/drawing/2010/diagram" id="0" name="" descr="Battery charging outline"/>
        </a:ext>
      </dgm:extLst>
    </dgm:pt>
    <dgm:pt modelId="{DA40D004-D63E-434D-A649-4C9F561B1D18}" type="pres">
      <dgm:prSet presAssocID="{F7699BCF-C56C-4923-8B93-71AD9763CFFA}" presName="text" presStyleLbl="node1" presStyleIdx="3" presStyleCnt="4">
        <dgm:presLayoutVars>
          <dgm:bulletEnabled val="1"/>
        </dgm:presLayoutVars>
      </dgm:prSet>
      <dgm:spPr/>
    </dgm:pt>
  </dgm:ptLst>
  <dgm:cxnLst>
    <dgm:cxn modelId="{E08DB512-82B3-419E-99EC-51A14F7E88CF}" srcId="{FBF92556-1250-443E-9E4D-76C988C802B5}" destId="{CD058995-E733-4DB2-9AC2-81836166CC2A}" srcOrd="0" destOrd="0" parTransId="{7FC4931E-0153-4ADB-8BC3-D708D3A1E787}" sibTransId="{E38E3C03-27FE-490C-BEF2-6017EA0EF82F}"/>
    <dgm:cxn modelId="{51FAA32B-7741-49F7-8D50-DBEF708DD533}" type="presOf" srcId="{CD058995-E733-4DB2-9AC2-81836166CC2A}" destId="{3F8DB56A-F4A9-4760-A530-3C9E68271FF2}" srcOrd="0" destOrd="0" presId="urn:microsoft.com/office/officeart/2005/8/layout/vList4"/>
    <dgm:cxn modelId="{2459D22D-F2F1-4619-AD43-315B7ADD14DA}" srcId="{FBF92556-1250-443E-9E4D-76C988C802B5}" destId="{C8A26394-0A67-45B3-917F-B18B5DC2D25E}" srcOrd="2" destOrd="0" parTransId="{32CDC2BC-0E99-4D83-8CFC-FB895C358D04}" sibTransId="{A8D5B07B-D3E4-4148-93CB-F6803F57E91F}"/>
    <dgm:cxn modelId="{7B3C5061-C85C-4D6C-B5DF-D970335DFD41}" type="presOf" srcId="{C8A26394-0A67-45B3-917F-B18B5DC2D25E}" destId="{00726157-714D-4357-9AF0-CD208D241FDD}" srcOrd="0" destOrd="0" presId="urn:microsoft.com/office/officeart/2005/8/layout/vList4"/>
    <dgm:cxn modelId="{0E159B4D-9F35-4559-97C3-59BE979F4167}" type="presOf" srcId="{D1851C41-EB2B-4E79-9364-C2C691FDB0F8}" destId="{C04705BA-7B0D-4EA5-A3CC-8943417A0892}" srcOrd="1" destOrd="0" presId="urn:microsoft.com/office/officeart/2005/8/layout/vList4"/>
    <dgm:cxn modelId="{F3329671-95F8-4C90-BC4D-1D4A14C54237}" type="presOf" srcId="{FBF92556-1250-443E-9E4D-76C988C802B5}" destId="{ABF0E0D3-73CF-4D99-8D11-78CFEA526EB1}" srcOrd="0" destOrd="0" presId="urn:microsoft.com/office/officeart/2005/8/layout/vList4"/>
    <dgm:cxn modelId="{A15ECA51-80E3-4D88-A3FC-AEC506FE28CA}" type="presOf" srcId="{F7699BCF-C56C-4923-8B93-71AD9763CFFA}" destId="{36649C2F-C5C0-4D4E-9B55-C0B18B2C7031}" srcOrd="0" destOrd="0" presId="urn:microsoft.com/office/officeart/2005/8/layout/vList4"/>
    <dgm:cxn modelId="{B8AFB377-0550-4A04-94FF-DCBC40F9B9F2}" srcId="{FBF92556-1250-443E-9E4D-76C988C802B5}" destId="{F7699BCF-C56C-4923-8B93-71AD9763CFFA}" srcOrd="3" destOrd="0" parTransId="{02704891-BBEF-44F3-BB86-3C31938F9501}" sibTransId="{5622156A-7A7F-477B-8981-C36E554533FC}"/>
    <dgm:cxn modelId="{EF6B5781-5E7B-4C38-A43B-E4304E20BB48}" type="presOf" srcId="{F7699BCF-C56C-4923-8B93-71AD9763CFFA}" destId="{DA40D004-D63E-434D-A649-4C9F561B1D18}" srcOrd="1" destOrd="0" presId="urn:microsoft.com/office/officeart/2005/8/layout/vList4"/>
    <dgm:cxn modelId="{843E1AA7-BC5F-4ED4-A7B3-C94182917335}" type="presOf" srcId="{D1851C41-EB2B-4E79-9364-C2C691FDB0F8}" destId="{DA9E5352-F0C9-40BF-8F95-8D76BFD65F98}" srcOrd="0" destOrd="0" presId="urn:microsoft.com/office/officeart/2005/8/layout/vList4"/>
    <dgm:cxn modelId="{07D635CE-0451-437D-8046-C3266D91DD89}" type="presOf" srcId="{CD058995-E733-4DB2-9AC2-81836166CC2A}" destId="{52BBF32A-C915-4698-95B0-DC0FEE13F4BF}" srcOrd="1" destOrd="0" presId="urn:microsoft.com/office/officeart/2005/8/layout/vList4"/>
    <dgm:cxn modelId="{81C660EA-6941-4F10-A3F6-2CD7C4604773}" srcId="{FBF92556-1250-443E-9E4D-76C988C802B5}" destId="{D1851C41-EB2B-4E79-9364-C2C691FDB0F8}" srcOrd="1" destOrd="0" parTransId="{1C9867C0-0041-4B03-ADD4-E6B0ABAB4916}" sibTransId="{BE576838-7DB6-4390-91B0-7B8081813B7B}"/>
    <dgm:cxn modelId="{5FA56EEC-B922-4678-8D30-15E6FC8001FC}" type="presOf" srcId="{C8A26394-0A67-45B3-917F-B18B5DC2D25E}" destId="{85A0B114-7867-4838-85F2-7930FD6E0074}" srcOrd="1" destOrd="0" presId="urn:microsoft.com/office/officeart/2005/8/layout/vList4"/>
    <dgm:cxn modelId="{0C5CCDB5-5842-4469-AE52-51CD21683F7D}" type="presParOf" srcId="{ABF0E0D3-73CF-4D99-8D11-78CFEA526EB1}" destId="{2A67CB86-6F0D-4D66-A63A-0DC4FCE20AA3}" srcOrd="0" destOrd="0" presId="urn:microsoft.com/office/officeart/2005/8/layout/vList4"/>
    <dgm:cxn modelId="{376AC5B0-339C-4E3B-89D8-11F2C1FDF8C7}" type="presParOf" srcId="{2A67CB86-6F0D-4D66-A63A-0DC4FCE20AA3}" destId="{3F8DB56A-F4A9-4760-A530-3C9E68271FF2}" srcOrd="0" destOrd="0" presId="urn:microsoft.com/office/officeart/2005/8/layout/vList4"/>
    <dgm:cxn modelId="{66846B60-4B69-48FB-AFB6-AF6F5BECD2EE}" type="presParOf" srcId="{2A67CB86-6F0D-4D66-A63A-0DC4FCE20AA3}" destId="{4FF9A757-9F1E-4E6E-A3FC-69D273C84358}" srcOrd="1" destOrd="0" presId="urn:microsoft.com/office/officeart/2005/8/layout/vList4"/>
    <dgm:cxn modelId="{A841CD49-DE8A-494C-85A2-AA4BDB9F3BAF}" type="presParOf" srcId="{2A67CB86-6F0D-4D66-A63A-0DC4FCE20AA3}" destId="{52BBF32A-C915-4698-95B0-DC0FEE13F4BF}" srcOrd="2" destOrd="0" presId="urn:microsoft.com/office/officeart/2005/8/layout/vList4"/>
    <dgm:cxn modelId="{F0850A14-4CED-4B6E-9586-302E9DCCA1A3}" type="presParOf" srcId="{ABF0E0D3-73CF-4D99-8D11-78CFEA526EB1}" destId="{09B82908-CA7A-4259-AEEF-827F3BC7D121}" srcOrd="1" destOrd="0" presId="urn:microsoft.com/office/officeart/2005/8/layout/vList4"/>
    <dgm:cxn modelId="{F9F7DCCD-21A5-4964-BDF1-0496EB37D0D1}" type="presParOf" srcId="{ABF0E0D3-73CF-4D99-8D11-78CFEA526EB1}" destId="{6CC1F3D4-B479-4D5A-8206-6ED9F43D303C}" srcOrd="2" destOrd="0" presId="urn:microsoft.com/office/officeart/2005/8/layout/vList4"/>
    <dgm:cxn modelId="{293A5FCB-F0E4-4231-980B-3D1A522E73BA}" type="presParOf" srcId="{6CC1F3D4-B479-4D5A-8206-6ED9F43D303C}" destId="{DA9E5352-F0C9-40BF-8F95-8D76BFD65F98}" srcOrd="0" destOrd="0" presId="urn:microsoft.com/office/officeart/2005/8/layout/vList4"/>
    <dgm:cxn modelId="{B4819FC6-F319-4B1F-BE2B-F88E2AB4D3BF}" type="presParOf" srcId="{6CC1F3D4-B479-4D5A-8206-6ED9F43D303C}" destId="{26F8EA51-D182-4B87-BAC3-897ACF44CEB9}" srcOrd="1" destOrd="0" presId="urn:microsoft.com/office/officeart/2005/8/layout/vList4"/>
    <dgm:cxn modelId="{5C2ED4D1-1872-4051-86D5-E0EBB47A26B2}" type="presParOf" srcId="{6CC1F3D4-B479-4D5A-8206-6ED9F43D303C}" destId="{C04705BA-7B0D-4EA5-A3CC-8943417A0892}" srcOrd="2" destOrd="0" presId="urn:microsoft.com/office/officeart/2005/8/layout/vList4"/>
    <dgm:cxn modelId="{3CB74F3E-FA3E-44FF-BAD4-44D5AC8EAE7B}" type="presParOf" srcId="{ABF0E0D3-73CF-4D99-8D11-78CFEA526EB1}" destId="{5C32D965-9074-4BCA-A310-E68DB2AC5C9E}" srcOrd="3" destOrd="0" presId="urn:microsoft.com/office/officeart/2005/8/layout/vList4"/>
    <dgm:cxn modelId="{6CEECE8E-F904-46A3-BA7C-C653D11C64AB}" type="presParOf" srcId="{ABF0E0D3-73CF-4D99-8D11-78CFEA526EB1}" destId="{BDA43275-9B88-4FDC-B569-E9654D7B6D18}" srcOrd="4" destOrd="0" presId="urn:microsoft.com/office/officeart/2005/8/layout/vList4"/>
    <dgm:cxn modelId="{B6158220-A803-471D-848D-C826733547D5}" type="presParOf" srcId="{BDA43275-9B88-4FDC-B569-E9654D7B6D18}" destId="{00726157-714D-4357-9AF0-CD208D241FDD}" srcOrd="0" destOrd="0" presId="urn:microsoft.com/office/officeart/2005/8/layout/vList4"/>
    <dgm:cxn modelId="{3B5256BF-0486-492E-AF69-A14AB40A7BF7}" type="presParOf" srcId="{BDA43275-9B88-4FDC-B569-E9654D7B6D18}" destId="{9E095619-4B08-4EFD-8922-1781180AA01B}" srcOrd="1" destOrd="0" presId="urn:microsoft.com/office/officeart/2005/8/layout/vList4"/>
    <dgm:cxn modelId="{BAC55C02-B1DD-4A93-8B26-1F713D8522AE}" type="presParOf" srcId="{BDA43275-9B88-4FDC-B569-E9654D7B6D18}" destId="{85A0B114-7867-4838-85F2-7930FD6E0074}" srcOrd="2" destOrd="0" presId="urn:microsoft.com/office/officeart/2005/8/layout/vList4"/>
    <dgm:cxn modelId="{E1357C3D-F719-4BAD-9AA5-2EC7130CEE62}" type="presParOf" srcId="{ABF0E0D3-73CF-4D99-8D11-78CFEA526EB1}" destId="{2AB438F6-5C34-4E17-9B51-22BCBD1183E0}" srcOrd="5" destOrd="0" presId="urn:microsoft.com/office/officeart/2005/8/layout/vList4"/>
    <dgm:cxn modelId="{FF518C58-AFF3-41C8-B698-4C7EB279C8A4}" type="presParOf" srcId="{ABF0E0D3-73CF-4D99-8D11-78CFEA526EB1}" destId="{52061EA6-AB32-4114-9471-0183C8060AAB}" srcOrd="6" destOrd="0" presId="urn:microsoft.com/office/officeart/2005/8/layout/vList4"/>
    <dgm:cxn modelId="{4C184094-5406-4C51-BB6E-DB87A351665D}" type="presParOf" srcId="{52061EA6-AB32-4114-9471-0183C8060AAB}" destId="{36649C2F-C5C0-4D4E-9B55-C0B18B2C7031}" srcOrd="0" destOrd="0" presId="urn:microsoft.com/office/officeart/2005/8/layout/vList4"/>
    <dgm:cxn modelId="{616B055A-456A-4064-8BEA-6329647AEC47}" type="presParOf" srcId="{52061EA6-AB32-4114-9471-0183C8060AAB}" destId="{2D72C66C-5CF1-4A4C-9BB3-FCD807AA404B}" srcOrd="1" destOrd="0" presId="urn:microsoft.com/office/officeart/2005/8/layout/vList4"/>
    <dgm:cxn modelId="{713CAD63-2D38-4E45-835F-B1205D4D1E67}" type="presParOf" srcId="{52061EA6-AB32-4114-9471-0183C8060AAB}" destId="{DA40D004-D63E-434D-A649-4C9F561B1D18}" srcOrd="2" destOrd="0" presId="urn:microsoft.com/office/officeart/2005/8/layout/vList4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F61559-3C58-4DF6-9440-EC5757F2E3E7}" type="doc">
      <dgm:prSet loTypeId="urn:microsoft.com/office/officeart/2009/3/layout/DescendingProcess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1C3D705-8739-40E9-969F-6189ABFB4AFA}">
      <dgm:prSet phldrT="[Text]" phldr="0"/>
      <dgm:spPr/>
      <dgm:t>
        <a:bodyPr/>
        <a:lstStyle/>
        <a:p>
          <a:r>
            <a:rPr lang="en-US" b="1" dirty="0"/>
            <a:t>Prompt</a:t>
          </a:r>
        </a:p>
      </dgm:t>
    </dgm:pt>
    <dgm:pt modelId="{D183873D-672C-4E46-B892-6AE631399FD8}" type="parTrans" cxnId="{CDFCB8FF-5C26-473B-969E-A94EFCC78AD5}">
      <dgm:prSet/>
      <dgm:spPr/>
      <dgm:t>
        <a:bodyPr/>
        <a:lstStyle/>
        <a:p>
          <a:endParaRPr lang="en-US" b="1"/>
        </a:p>
      </dgm:t>
    </dgm:pt>
    <dgm:pt modelId="{18B2773A-380A-459E-BEC5-43312D2D3427}" type="sibTrans" cxnId="{CDFCB8FF-5C26-473B-969E-A94EFCC78AD5}">
      <dgm:prSet/>
      <dgm:spPr/>
      <dgm:t>
        <a:bodyPr/>
        <a:lstStyle/>
        <a:p>
          <a:endParaRPr lang="en-US" b="1"/>
        </a:p>
      </dgm:t>
    </dgm:pt>
    <dgm:pt modelId="{461C70F0-C3A7-4512-97ED-19EBA85FE105}">
      <dgm:prSet phldrT="[Text]" phldr="0"/>
      <dgm:spPr/>
      <dgm:t>
        <a:bodyPr/>
        <a:lstStyle/>
        <a:p>
          <a:r>
            <a:rPr lang="en-US" b="1" dirty="0"/>
            <a:t>Computation</a:t>
          </a:r>
        </a:p>
      </dgm:t>
    </dgm:pt>
    <dgm:pt modelId="{C91CD2EB-B966-44B2-93B3-5847A3489C26}" type="parTrans" cxnId="{23FC9A53-84A4-4E35-9311-6D31B2EF8F3F}">
      <dgm:prSet/>
      <dgm:spPr/>
      <dgm:t>
        <a:bodyPr/>
        <a:lstStyle/>
        <a:p>
          <a:endParaRPr lang="en-US" b="1"/>
        </a:p>
      </dgm:t>
    </dgm:pt>
    <dgm:pt modelId="{6756B8A1-9D16-48FF-BB12-0A9E10C137EA}" type="sibTrans" cxnId="{23FC9A53-84A4-4E35-9311-6D31B2EF8F3F}">
      <dgm:prSet/>
      <dgm:spPr/>
      <dgm:t>
        <a:bodyPr/>
        <a:lstStyle/>
        <a:p>
          <a:endParaRPr lang="en-US" b="1"/>
        </a:p>
      </dgm:t>
    </dgm:pt>
    <dgm:pt modelId="{219CE44B-B16E-489D-A172-15CBAE195085}">
      <dgm:prSet phldrT="[Text]" phldr="0"/>
      <dgm:spPr/>
      <dgm:t>
        <a:bodyPr/>
        <a:lstStyle/>
        <a:p>
          <a:r>
            <a:rPr lang="en-US" b="1" dirty="0"/>
            <a:t>Energy</a:t>
          </a:r>
        </a:p>
      </dgm:t>
    </dgm:pt>
    <dgm:pt modelId="{8014D869-6EAE-4D26-B250-A979581D490B}" type="parTrans" cxnId="{108DAF0D-8A08-4A77-8DC8-C7FE2094B576}">
      <dgm:prSet/>
      <dgm:spPr/>
      <dgm:t>
        <a:bodyPr/>
        <a:lstStyle/>
        <a:p>
          <a:endParaRPr lang="en-US" b="1"/>
        </a:p>
      </dgm:t>
    </dgm:pt>
    <dgm:pt modelId="{2792E01F-BC19-4F7D-AF0D-4E45659E76F5}" type="sibTrans" cxnId="{108DAF0D-8A08-4A77-8DC8-C7FE2094B576}">
      <dgm:prSet/>
      <dgm:spPr/>
      <dgm:t>
        <a:bodyPr/>
        <a:lstStyle/>
        <a:p>
          <a:endParaRPr lang="en-US" b="1"/>
        </a:p>
      </dgm:t>
    </dgm:pt>
    <dgm:pt modelId="{1E617067-7363-48F5-8FA9-C1FDDE78470A}" type="pres">
      <dgm:prSet presAssocID="{C1F61559-3C58-4DF6-9440-EC5757F2E3E7}" presName="Name0" presStyleCnt="0">
        <dgm:presLayoutVars>
          <dgm:chMax val="7"/>
          <dgm:chPref val="5"/>
        </dgm:presLayoutVars>
      </dgm:prSet>
      <dgm:spPr/>
    </dgm:pt>
    <dgm:pt modelId="{BDC5E586-88BB-4347-A206-B179AC3BFD2E}" type="pres">
      <dgm:prSet presAssocID="{C1F61559-3C58-4DF6-9440-EC5757F2E3E7}" presName="arrowNode" presStyleLbl="node1" presStyleIdx="0" presStyleCnt="1"/>
      <dgm:spPr>
        <a:solidFill>
          <a:schemeClr val="tx1"/>
        </a:solidFill>
      </dgm:spPr>
    </dgm:pt>
    <dgm:pt modelId="{787FAC1D-850C-45FA-ABCC-D9AA1268CBB2}" type="pres">
      <dgm:prSet presAssocID="{11C3D705-8739-40E9-969F-6189ABFB4AFA}" presName="txNode1" presStyleLbl="revTx" presStyleIdx="0" presStyleCnt="3">
        <dgm:presLayoutVars>
          <dgm:bulletEnabled val="1"/>
        </dgm:presLayoutVars>
      </dgm:prSet>
      <dgm:spPr/>
    </dgm:pt>
    <dgm:pt modelId="{A694CF83-486A-439A-9138-A906565BA90B}" type="pres">
      <dgm:prSet presAssocID="{461C70F0-C3A7-4512-97ED-19EBA85FE105}" presName="txNode2" presStyleLbl="revTx" presStyleIdx="1" presStyleCnt="3">
        <dgm:presLayoutVars>
          <dgm:bulletEnabled val="1"/>
        </dgm:presLayoutVars>
      </dgm:prSet>
      <dgm:spPr/>
    </dgm:pt>
    <dgm:pt modelId="{1DA87154-8D8E-4F52-B23D-67678A64F9C1}" type="pres">
      <dgm:prSet presAssocID="{6756B8A1-9D16-48FF-BB12-0A9E10C137EA}" presName="dotNode2" presStyleCnt="0"/>
      <dgm:spPr/>
    </dgm:pt>
    <dgm:pt modelId="{74EAC579-B1BD-414A-BB1D-4D21A20D629A}" type="pres">
      <dgm:prSet presAssocID="{6756B8A1-9D16-48FF-BB12-0A9E10C137EA}" presName="dotRepeatNode" presStyleLbl="fgShp" presStyleIdx="0" presStyleCnt="1"/>
      <dgm:spPr/>
    </dgm:pt>
    <dgm:pt modelId="{412E8AE8-4F1E-4B10-B233-AB92F5B8A915}" type="pres">
      <dgm:prSet presAssocID="{219CE44B-B16E-489D-A172-15CBAE195085}" presName="txNode3" presStyleLbl="revTx" presStyleIdx="2" presStyleCnt="3">
        <dgm:presLayoutVars>
          <dgm:bulletEnabled val="1"/>
        </dgm:presLayoutVars>
      </dgm:prSet>
      <dgm:spPr/>
    </dgm:pt>
  </dgm:ptLst>
  <dgm:cxnLst>
    <dgm:cxn modelId="{D829400B-0A2A-4B83-9326-F93F6083F85F}" type="presOf" srcId="{C1F61559-3C58-4DF6-9440-EC5757F2E3E7}" destId="{1E617067-7363-48F5-8FA9-C1FDDE78470A}" srcOrd="0" destOrd="0" presId="urn:microsoft.com/office/officeart/2009/3/layout/DescendingProcess"/>
    <dgm:cxn modelId="{108DAF0D-8A08-4A77-8DC8-C7FE2094B576}" srcId="{C1F61559-3C58-4DF6-9440-EC5757F2E3E7}" destId="{219CE44B-B16E-489D-A172-15CBAE195085}" srcOrd="2" destOrd="0" parTransId="{8014D869-6EAE-4D26-B250-A979581D490B}" sibTransId="{2792E01F-BC19-4F7D-AF0D-4E45659E76F5}"/>
    <dgm:cxn modelId="{B06E0C18-0484-4424-B209-66EB88572E1B}" type="presOf" srcId="{6756B8A1-9D16-48FF-BB12-0A9E10C137EA}" destId="{74EAC579-B1BD-414A-BB1D-4D21A20D629A}" srcOrd="0" destOrd="0" presId="urn:microsoft.com/office/officeart/2009/3/layout/DescendingProcess"/>
    <dgm:cxn modelId="{FE93A35F-51FD-49BF-BDFC-B276332928F3}" type="presOf" srcId="{461C70F0-C3A7-4512-97ED-19EBA85FE105}" destId="{A694CF83-486A-439A-9138-A906565BA90B}" srcOrd="0" destOrd="0" presId="urn:microsoft.com/office/officeart/2009/3/layout/DescendingProcess"/>
    <dgm:cxn modelId="{23FC9A53-84A4-4E35-9311-6D31B2EF8F3F}" srcId="{C1F61559-3C58-4DF6-9440-EC5757F2E3E7}" destId="{461C70F0-C3A7-4512-97ED-19EBA85FE105}" srcOrd="1" destOrd="0" parTransId="{C91CD2EB-B966-44B2-93B3-5847A3489C26}" sibTransId="{6756B8A1-9D16-48FF-BB12-0A9E10C137EA}"/>
    <dgm:cxn modelId="{BF4EB274-2AA3-4F0A-A3F2-6DBF3D71E6E7}" type="presOf" srcId="{11C3D705-8739-40E9-969F-6189ABFB4AFA}" destId="{787FAC1D-850C-45FA-ABCC-D9AA1268CBB2}" srcOrd="0" destOrd="0" presId="urn:microsoft.com/office/officeart/2009/3/layout/DescendingProcess"/>
    <dgm:cxn modelId="{496943AE-7D32-4DE4-9B74-31A6E42B2015}" type="presOf" srcId="{219CE44B-B16E-489D-A172-15CBAE195085}" destId="{412E8AE8-4F1E-4B10-B233-AB92F5B8A915}" srcOrd="0" destOrd="0" presId="urn:microsoft.com/office/officeart/2009/3/layout/DescendingProcess"/>
    <dgm:cxn modelId="{CDFCB8FF-5C26-473B-969E-A94EFCC78AD5}" srcId="{C1F61559-3C58-4DF6-9440-EC5757F2E3E7}" destId="{11C3D705-8739-40E9-969F-6189ABFB4AFA}" srcOrd="0" destOrd="0" parTransId="{D183873D-672C-4E46-B892-6AE631399FD8}" sibTransId="{18B2773A-380A-459E-BEC5-43312D2D3427}"/>
    <dgm:cxn modelId="{B20B90E4-6945-46C8-AF29-1D55B998D685}" type="presParOf" srcId="{1E617067-7363-48F5-8FA9-C1FDDE78470A}" destId="{BDC5E586-88BB-4347-A206-B179AC3BFD2E}" srcOrd="0" destOrd="0" presId="urn:microsoft.com/office/officeart/2009/3/layout/DescendingProcess"/>
    <dgm:cxn modelId="{F6F34C4A-8CCB-444D-BC31-A4218067E54F}" type="presParOf" srcId="{1E617067-7363-48F5-8FA9-C1FDDE78470A}" destId="{787FAC1D-850C-45FA-ABCC-D9AA1268CBB2}" srcOrd="1" destOrd="0" presId="urn:microsoft.com/office/officeart/2009/3/layout/DescendingProcess"/>
    <dgm:cxn modelId="{1EFE8153-9761-4E96-8965-4D25E3465E26}" type="presParOf" srcId="{1E617067-7363-48F5-8FA9-C1FDDE78470A}" destId="{A694CF83-486A-439A-9138-A906565BA90B}" srcOrd="2" destOrd="0" presId="urn:microsoft.com/office/officeart/2009/3/layout/DescendingProcess"/>
    <dgm:cxn modelId="{B31E7AC0-E711-4373-9237-DF29136F51FA}" type="presParOf" srcId="{1E617067-7363-48F5-8FA9-C1FDDE78470A}" destId="{1DA87154-8D8E-4F52-B23D-67678A64F9C1}" srcOrd="3" destOrd="0" presId="urn:microsoft.com/office/officeart/2009/3/layout/DescendingProcess"/>
    <dgm:cxn modelId="{09C94583-8F8D-4DA8-83C4-5758817E242E}" type="presParOf" srcId="{1DA87154-8D8E-4F52-B23D-67678A64F9C1}" destId="{74EAC579-B1BD-414A-BB1D-4D21A20D629A}" srcOrd="0" destOrd="0" presId="urn:microsoft.com/office/officeart/2009/3/layout/DescendingProcess"/>
    <dgm:cxn modelId="{C639E077-1542-4731-96DB-D9FB4FE5A88A}" type="presParOf" srcId="{1E617067-7363-48F5-8FA9-C1FDDE78470A}" destId="{412E8AE8-4F1E-4B10-B233-AB92F5B8A915}" srcOrd="4" destOrd="0" presId="urn:microsoft.com/office/officeart/2009/3/layout/DescendingProcess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B2475F-F730-4899-A50F-AE59964F1038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9D685F1-665A-4CDA-8B8E-F69575BAA97C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3 Datasets</a:t>
          </a:r>
        </a:p>
      </dgm:t>
    </dgm:pt>
    <dgm:pt modelId="{7E54E4E5-712B-446E-BA15-B615E7970B1A}" type="parTrans" cxnId="{A90A72FD-3D26-45B5-8534-EEE1CAA5AE8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8AA499BF-F173-4D65-8565-263F444F63F7}" type="sibTrans" cxnId="{A90A72FD-3D26-45B5-8534-EEE1CAA5AE8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D6CDC6D0-EEAA-474E-AC4C-E35609BEE87B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60 Input Instances</a:t>
          </a:r>
        </a:p>
      </dgm:t>
    </dgm:pt>
    <dgm:pt modelId="{3B78C871-7A78-4FA6-AA2A-D34BAB2E42B3}" type="parTrans" cxnId="{6E7EAAD3-A167-489D-A12F-C3590AA6159B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1742EB19-00E6-49C5-B161-8CC3F84AB33C}" type="sibTrans" cxnId="{6E7EAAD3-A167-489D-A12F-C3590AA6159B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B6B13699-616A-4CF2-ADC4-55E6F5D15228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4 Styles</a:t>
          </a:r>
        </a:p>
      </dgm:t>
    </dgm:pt>
    <dgm:pt modelId="{687ED4C8-A9DF-4638-A5CC-F4BBDA53B0B3}" type="parTrans" cxnId="{2C674EEC-D867-43EF-A274-E190AA7ACD31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FD20708F-A7FF-4F18-A230-00B4145153DD}" type="sibTrans" cxnId="{2C674EEC-D867-43EF-A274-E190AA7ACD31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9CD84E78-BDF7-4AAB-8E98-E07C5B2B729A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240 Runs</a:t>
          </a:r>
        </a:p>
      </dgm:t>
    </dgm:pt>
    <dgm:pt modelId="{ADC5CFF3-5883-4EBA-91A0-A9E8CDDE608C}" type="parTrans" cxnId="{3CBAECE1-A340-4706-8563-662585D0B3A0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8D8FCCC8-0630-4701-890F-5BC064922478}" type="sibTrans" cxnId="{3CBAECE1-A340-4706-8563-662585D0B3A0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786C02D5-3CBA-43A0-96A8-2C303DEA8570}" type="pres">
      <dgm:prSet presAssocID="{2FB2475F-F730-4899-A50F-AE59964F1038}" presName="Name0" presStyleCnt="0">
        <dgm:presLayoutVars>
          <dgm:dir/>
          <dgm:animOne val="branch"/>
          <dgm:animLvl val="lvl"/>
        </dgm:presLayoutVars>
      </dgm:prSet>
      <dgm:spPr/>
    </dgm:pt>
    <dgm:pt modelId="{CAE2CBF8-2108-46B2-9FEB-8B71B805128E}" type="pres">
      <dgm:prSet presAssocID="{C9D685F1-665A-4CDA-8B8E-F69575BAA97C}" presName="chaos" presStyleCnt="0"/>
      <dgm:spPr/>
    </dgm:pt>
    <dgm:pt modelId="{79AE2C05-0549-4E62-B88E-5E873C50382C}" type="pres">
      <dgm:prSet presAssocID="{C9D685F1-665A-4CDA-8B8E-F69575BAA97C}" presName="parTx1" presStyleLbl="revTx" presStyleIdx="0" presStyleCnt="3"/>
      <dgm:spPr/>
    </dgm:pt>
    <dgm:pt modelId="{57B25E9A-99E6-4656-8A77-8AC3776F336D}" type="pres">
      <dgm:prSet presAssocID="{C9D685F1-665A-4CDA-8B8E-F69575BAA97C}" presName="c1" presStyleLbl="node1" presStyleIdx="0" presStyleCnt="19"/>
      <dgm:spPr/>
    </dgm:pt>
    <dgm:pt modelId="{1D5A48AB-2471-4EBA-B483-0369645E50F6}" type="pres">
      <dgm:prSet presAssocID="{C9D685F1-665A-4CDA-8B8E-F69575BAA97C}" presName="c2" presStyleLbl="node1" presStyleIdx="1" presStyleCnt="19"/>
      <dgm:spPr/>
    </dgm:pt>
    <dgm:pt modelId="{DA752E03-1C47-49FB-AED5-F59A8DB90088}" type="pres">
      <dgm:prSet presAssocID="{C9D685F1-665A-4CDA-8B8E-F69575BAA97C}" presName="c3" presStyleLbl="node1" presStyleIdx="2" presStyleCnt="19"/>
      <dgm:spPr/>
    </dgm:pt>
    <dgm:pt modelId="{279D3543-B4E0-46BC-826E-CF0EBB6F2DB9}" type="pres">
      <dgm:prSet presAssocID="{C9D685F1-665A-4CDA-8B8E-F69575BAA97C}" presName="c4" presStyleLbl="node1" presStyleIdx="3" presStyleCnt="19"/>
      <dgm:spPr/>
    </dgm:pt>
    <dgm:pt modelId="{E7DDB4C2-ED76-4B18-9746-6B66A60DA3D3}" type="pres">
      <dgm:prSet presAssocID="{C9D685F1-665A-4CDA-8B8E-F69575BAA97C}" presName="c5" presStyleLbl="node1" presStyleIdx="4" presStyleCnt="19"/>
      <dgm:spPr/>
    </dgm:pt>
    <dgm:pt modelId="{824E8A62-F8A3-4D16-AB57-6424A7490C82}" type="pres">
      <dgm:prSet presAssocID="{C9D685F1-665A-4CDA-8B8E-F69575BAA97C}" presName="c6" presStyleLbl="node1" presStyleIdx="5" presStyleCnt="19"/>
      <dgm:spPr/>
    </dgm:pt>
    <dgm:pt modelId="{7EAC50AB-0011-4969-B280-2A8F76A6BEE5}" type="pres">
      <dgm:prSet presAssocID="{C9D685F1-665A-4CDA-8B8E-F69575BAA97C}" presName="c7" presStyleLbl="node1" presStyleIdx="6" presStyleCnt="19"/>
      <dgm:spPr/>
    </dgm:pt>
    <dgm:pt modelId="{4F61F3E2-C4D5-4A2D-B170-A29E311C4F3B}" type="pres">
      <dgm:prSet presAssocID="{C9D685F1-665A-4CDA-8B8E-F69575BAA97C}" presName="c8" presStyleLbl="node1" presStyleIdx="7" presStyleCnt="19"/>
      <dgm:spPr/>
    </dgm:pt>
    <dgm:pt modelId="{0CD77033-9F76-4A4A-9DFF-34C6F622D78D}" type="pres">
      <dgm:prSet presAssocID="{C9D685F1-665A-4CDA-8B8E-F69575BAA97C}" presName="c9" presStyleLbl="node1" presStyleIdx="8" presStyleCnt="19"/>
      <dgm:spPr/>
    </dgm:pt>
    <dgm:pt modelId="{D80F95F8-7F85-4430-964E-16AA3430E3D3}" type="pres">
      <dgm:prSet presAssocID="{C9D685F1-665A-4CDA-8B8E-F69575BAA97C}" presName="c10" presStyleLbl="node1" presStyleIdx="9" presStyleCnt="19"/>
      <dgm:spPr/>
    </dgm:pt>
    <dgm:pt modelId="{F332D290-7CA1-4992-B81B-A0FCDB9E2285}" type="pres">
      <dgm:prSet presAssocID="{C9D685F1-665A-4CDA-8B8E-F69575BAA97C}" presName="c11" presStyleLbl="node1" presStyleIdx="10" presStyleCnt="19"/>
      <dgm:spPr/>
    </dgm:pt>
    <dgm:pt modelId="{676851C1-6F32-4A3B-AA59-AAE934DD5E0A}" type="pres">
      <dgm:prSet presAssocID="{C9D685F1-665A-4CDA-8B8E-F69575BAA97C}" presName="c12" presStyleLbl="node1" presStyleIdx="11" presStyleCnt="19"/>
      <dgm:spPr/>
    </dgm:pt>
    <dgm:pt modelId="{F779B816-5AC6-4CE0-B349-A844AAB8C1C0}" type="pres">
      <dgm:prSet presAssocID="{C9D685F1-665A-4CDA-8B8E-F69575BAA97C}" presName="c13" presStyleLbl="node1" presStyleIdx="12" presStyleCnt="19"/>
      <dgm:spPr/>
    </dgm:pt>
    <dgm:pt modelId="{E7D674AA-E010-46AB-8228-47AAED67257B}" type="pres">
      <dgm:prSet presAssocID="{C9D685F1-665A-4CDA-8B8E-F69575BAA97C}" presName="c14" presStyleLbl="node1" presStyleIdx="13" presStyleCnt="19"/>
      <dgm:spPr/>
    </dgm:pt>
    <dgm:pt modelId="{C0900B3F-0B35-4FB9-A0CF-8994DE18EAA1}" type="pres">
      <dgm:prSet presAssocID="{C9D685F1-665A-4CDA-8B8E-F69575BAA97C}" presName="c15" presStyleLbl="node1" presStyleIdx="14" presStyleCnt="19"/>
      <dgm:spPr/>
    </dgm:pt>
    <dgm:pt modelId="{ED2DF6C6-0534-4CC4-8F21-20173D497082}" type="pres">
      <dgm:prSet presAssocID="{C9D685F1-665A-4CDA-8B8E-F69575BAA97C}" presName="c16" presStyleLbl="node1" presStyleIdx="15" presStyleCnt="19"/>
      <dgm:spPr/>
    </dgm:pt>
    <dgm:pt modelId="{F8DFD4DC-4B20-4D1A-B7E2-24EE21C92CD6}" type="pres">
      <dgm:prSet presAssocID="{C9D685F1-665A-4CDA-8B8E-F69575BAA97C}" presName="c17" presStyleLbl="node1" presStyleIdx="16" presStyleCnt="19"/>
      <dgm:spPr/>
    </dgm:pt>
    <dgm:pt modelId="{9CBE4AD4-8F7C-46C2-B79A-C8B9960EDC8B}" type="pres">
      <dgm:prSet presAssocID="{C9D685F1-665A-4CDA-8B8E-F69575BAA97C}" presName="c18" presStyleLbl="node1" presStyleIdx="17" presStyleCnt="19"/>
      <dgm:spPr/>
    </dgm:pt>
    <dgm:pt modelId="{A57498B8-B3E4-4C98-9D8A-26ED64B81A09}" type="pres">
      <dgm:prSet presAssocID="{8AA499BF-F173-4D65-8565-263F444F63F7}" presName="chevronComposite1" presStyleCnt="0"/>
      <dgm:spPr/>
    </dgm:pt>
    <dgm:pt modelId="{D15D7425-1A69-4182-843B-DABB8A3C0FB3}" type="pres">
      <dgm:prSet presAssocID="{8AA499BF-F173-4D65-8565-263F444F63F7}" presName="chevron1" presStyleLbl="sibTrans2D1" presStyleIdx="0" presStyleCnt="3"/>
      <dgm:spPr/>
    </dgm:pt>
    <dgm:pt modelId="{01958701-C4DC-410D-A404-F87F4CC4590D}" type="pres">
      <dgm:prSet presAssocID="{8AA499BF-F173-4D65-8565-263F444F63F7}" presName="spChevron1" presStyleCnt="0"/>
      <dgm:spPr/>
    </dgm:pt>
    <dgm:pt modelId="{992C860F-D486-4E9F-B8FE-4AC4B320717A}" type="pres">
      <dgm:prSet presAssocID="{D6CDC6D0-EEAA-474E-AC4C-E35609BEE87B}" presName="middle" presStyleCnt="0"/>
      <dgm:spPr/>
    </dgm:pt>
    <dgm:pt modelId="{B8B95939-F3B8-4967-8591-02973D8FE042}" type="pres">
      <dgm:prSet presAssocID="{D6CDC6D0-EEAA-474E-AC4C-E35609BEE87B}" presName="parTxMid" presStyleLbl="revTx" presStyleIdx="1" presStyleCnt="3"/>
      <dgm:spPr/>
    </dgm:pt>
    <dgm:pt modelId="{7E2344F4-F9B6-48E8-B232-34DE0DFBCCC8}" type="pres">
      <dgm:prSet presAssocID="{D6CDC6D0-EEAA-474E-AC4C-E35609BEE87B}" presName="spMid" presStyleCnt="0"/>
      <dgm:spPr/>
    </dgm:pt>
    <dgm:pt modelId="{B970A65C-E27D-453E-8C47-99C1FD61C92B}" type="pres">
      <dgm:prSet presAssocID="{1742EB19-00E6-49C5-B161-8CC3F84AB33C}" presName="chevronComposite1" presStyleCnt="0"/>
      <dgm:spPr/>
    </dgm:pt>
    <dgm:pt modelId="{ABA22DE9-2655-4029-8021-5B4D9E755322}" type="pres">
      <dgm:prSet presAssocID="{1742EB19-00E6-49C5-B161-8CC3F84AB33C}" presName="chevron1" presStyleLbl="sibTrans2D1" presStyleIdx="1" presStyleCnt="3"/>
      <dgm:spPr/>
    </dgm:pt>
    <dgm:pt modelId="{890A2795-460E-43FE-917C-A42AD44835D6}" type="pres">
      <dgm:prSet presAssocID="{1742EB19-00E6-49C5-B161-8CC3F84AB33C}" presName="spChevron1" presStyleCnt="0"/>
      <dgm:spPr/>
    </dgm:pt>
    <dgm:pt modelId="{AD86BBF1-8BBD-4693-97AB-00D29B098BBC}" type="pres">
      <dgm:prSet presAssocID="{B6B13699-616A-4CF2-ADC4-55E6F5D15228}" presName="middle" presStyleCnt="0"/>
      <dgm:spPr/>
    </dgm:pt>
    <dgm:pt modelId="{61C46672-2CBD-4DF1-8E41-A3E7EF280073}" type="pres">
      <dgm:prSet presAssocID="{B6B13699-616A-4CF2-ADC4-55E6F5D15228}" presName="parTxMid" presStyleLbl="revTx" presStyleIdx="2" presStyleCnt="3"/>
      <dgm:spPr/>
    </dgm:pt>
    <dgm:pt modelId="{154E0338-AF93-4E49-B20F-3DB86B286A24}" type="pres">
      <dgm:prSet presAssocID="{B6B13699-616A-4CF2-ADC4-55E6F5D15228}" presName="spMid" presStyleCnt="0"/>
      <dgm:spPr/>
    </dgm:pt>
    <dgm:pt modelId="{584D920A-36E1-475A-90A0-33BACD57C55A}" type="pres">
      <dgm:prSet presAssocID="{FD20708F-A7FF-4F18-A230-00B4145153DD}" presName="chevronComposite1" presStyleCnt="0"/>
      <dgm:spPr/>
    </dgm:pt>
    <dgm:pt modelId="{51D25C74-9B16-42C5-A924-D02E704B0048}" type="pres">
      <dgm:prSet presAssocID="{FD20708F-A7FF-4F18-A230-00B4145153DD}" presName="chevron1" presStyleLbl="sibTrans2D1" presStyleIdx="2" presStyleCnt="3"/>
      <dgm:spPr/>
    </dgm:pt>
    <dgm:pt modelId="{3BE75D51-9129-40B5-9F9F-DAAA5CEC455D}" type="pres">
      <dgm:prSet presAssocID="{FD20708F-A7FF-4F18-A230-00B4145153DD}" presName="spChevron1" presStyleCnt="0"/>
      <dgm:spPr/>
    </dgm:pt>
    <dgm:pt modelId="{AC86F03A-591F-4CEA-912A-C8C2746E7B26}" type="pres">
      <dgm:prSet presAssocID="{9CD84E78-BDF7-4AAB-8E98-E07C5B2B729A}" presName="last" presStyleCnt="0"/>
      <dgm:spPr/>
    </dgm:pt>
    <dgm:pt modelId="{2CD9C025-6065-4E81-9807-76F2FBABB174}" type="pres">
      <dgm:prSet presAssocID="{9CD84E78-BDF7-4AAB-8E98-E07C5B2B729A}" presName="circleTx" presStyleLbl="node1" presStyleIdx="18" presStyleCnt="19"/>
      <dgm:spPr/>
    </dgm:pt>
    <dgm:pt modelId="{C385F074-6B70-4C14-B3A7-0A649B0841D2}" type="pres">
      <dgm:prSet presAssocID="{9CD84E78-BDF7-4AAB-8E98-E07C5B2B729A}" presName="spN" presStyleCnt="0"/>
      <dgm:spPr/>
    </dgm:pt>
  </dgm:ptLst>
  <dgm:cxnLst>
    <dgm:cxn modelId="{CBFCD331-4F30-4541-A060-AA44017989B3}" type="presOf" srcId="{B6B13699-616A-4CF2-ADC4-55E6F5D15228}" destId="{61C46672-2CBD-4DF1-8E41-A3E7EF280073}" srcOrd="0" destOrd="0" presId="urn:microsoft.com/office/officeart/2009/3/layout/RandomtoResultProcess"/>
    <dgm:cxn modelId="{1406234D-3FA7-4C18-95F1-73CAE129D4B0}" type="presOf" srcId="{2FB2475F-F730-4899-A50F-AE59964F1038}" destId="{786C02D5-3CBA-43A0-96A8-2C303DEA8570}" srcOrd="0" destOrd="0" presId="urn:microsoft.com/office/officeart/2009/3/layout/RandomtoResultProcess"/>
    <dgm:cxn modelId="{BDB1F788-9165-484B-A2CC-EA6E53ECACE1}" type="presOf" srcId="{C9D685F1-665A-4CDA-8B8E-F69575BAA97C}" destId="{79AE2C05-0549-4E62-B88E-5E873C50382C}" srcOrd="0" destOrd="0" presId="urn:microsoft.com/office/officeart/2009/3/layout/RandomtoResultProcess"/>
    <dgm:cxn modelId="{AB0A74B7-CAD8-4907-BB6E-C5B9904B6A1E}" type="presOf" srcId="{D6CDC6D0-EEAA-474E-AC4C-E35609BEE87B}" destId="{B8B95939-F3B8-4967-8591-02973D8FE042}" srcOrd="0" destOrd="0" presId="urn:microsoft.com/office/officeart/2009/3/layout/RandomtoResultProcess"/>
    <dgm:cxn modelId="{6E7EAAD3-A167-489D-A12F-C3590AA6159B}" srcId="{2FB2475F-F730-4899-A50F-AE59964F1038}" destId="{D6CDC6D0-EEAA-474E-AC4C-E35609BEE87B}" srcOrd="1" destOrd="0" parTransId="{3B78C871-7A78-4FA6-AA2A-D34BAB2E42B3}" sibTransId="{1742EB19-00E6-49C5-B161-8CC3F84AB33C}"/>
    <dgm:cxn modelId="{3CBAECE1-A340-4706-8563-662585D0B3A0}" srcId="{2FB2475F-F730-4899-A50F-AE59964F1038}" destId="{9CD84E78-BDF7-4AAB-8E98-E07C5B2B729A}" srcOrd="3" destOrd="0" parTransId="{ADC5CFF3-5883-4EBA-91A0-A9E8CDDE608C}" sibTransId="{8D8FCCC8-0630-4701-890F-5BC064922478}"/>
    <dgm:cxn modelId="{65E090E3-9329-40BD-BB4B-C6EBCE7A0D70}" type="presOf" srcId="{9CD84E78-BDF7-4AAB-8E98-E07C5B2B729A}" destId="{2CD9C025-6065-4E81-9807-76F2FBABB174}" srcOrd="0" destOrd="0" presId="urn:microsoft.com/office/officeart/2009/3/layout/RandomtoResultProcess"/>
    <dgm:cxn modelId="{2C674EEC-D867-43EF-A274-E190AA7ACD31}" srcId="{2FB2475F-F730-4899-A50F-AE59964F1038}" destId="{B6B13699-616A-4CF2-ADC4-55E6F5D15228}" srcOrd="2" destOrd="0" parTransId="{687ED4C8-A9DF-4638-A5CC-F4BBDA53B0B3}" sibTransId="{FD20708F-A7FF-4F18-A230-00B4145153DD}"/>
    <dgm:cxn modelId="{A90A72FD-3D26-45B5-8534-EEE1CAA5AE8F}" srcId="{2FB2475F-F730-4899-A50F-AE59964F1038}" destId="{C9D685F1-665A-4CDA-8B8E-F69575BAA97C}" srcOrd="0" destOrd="0" parTransId="{7E54E4E5-712B-446E-BA15-B615E7970B1A}" sibTransId="{8AA499BF-F173-4D65-8565-263F444F63F7}"/>
    <dgm:cxn modelId="{F1F4CE73-2B3F-463D-8D37-4F40D0EBABA0}" type="presParOf" srcId="{786C02D5-3CBA-43A0-96A8-2C303DEA8570}" destId="{CAE2CBF8-2108-46B2-9FEB-8B71B805128E}" srcOrd="0" destOrd="0" presId="urn:microsoft.com/office/officeart/2009/3/layout/RandomtoResultProcess"/>
    <dgm:cxn modelId="{8E2E0216-4B7A-4E1A-AC9C-A5BE509BC6C0}" type="presParOf" srcId="{CAE2CBF8-2108-46B2-9FEB-8B71B805128E}" destId="{79AE2C05-0549-4E62-B88E-5E873C50382C}" srcOrd="0" destOrd="0" presId="urn:microsoft.com/office/officeart/2009/3/layout/RandomtoResultProcess"/>
    <dgm:cxn modelId="{31CB7637-1128-4098-9D13-654BEBC551BC}" type="presParOf" srcId="{CAE2CBF8-2108-46B2-9FEB-8B71B805128E}" destId="{57B25E9A-99E6-4656-8A77-8AC3776F336D}" srcOrd="1" destOrd="0" presId="urn:microsoft.com/office/officeart/2009/3/layout/RandomtoResultProcess"/>
    <dgm:cxn modelId="{1CA1C71D-9D4D-4AD7-9FCD-DFC2983C4961}" type="presParOf" srcId="{CAE2CBF8-2108-46B2-9FEB-8B71B805128E}" destId="{1D5A48AB-2471-4EBA-B483-0369645E50F6}" srcOrd="2" destOrd="0" presId="urn:microsoft.com/office/officeart/2009/3/layout/RandomtoResultProcess"/>
    <dgm:cxn modelId="{70852889-F8D9-4D7F-BF7E-470710B33C50}" type="presParOf" srcId="{CAE2CBF8-2108-46B2-9FEB-8B71B805128E}" destId="{DA752E03-1C47-49FB-AED5-F59A8DB90088}" srcOrd="3" destOrd="0" presId="urn:microsoft.com/office/officeart/2009/3/layout/RandomtoResultProcess"/>
    <dgm:cxn modelId="{DF8DEBA6-AA04-448B-A1BE-17E963BDCD8B}" type="presParOf" srcId="{CAE2CBF8-2108-46B2-9FEB-8B71B805128E}" destId="{279D3543-B4E0-46BC-826E-CF0EBB6F2DB9}" srcOrd="4" destOrd="0" presId="urn:microsoft.com/office/officeart/2009/3/layout/RandomtoResultProcess"/>
    <dgm:cxn modelId="{70167169-F60A-4236-BC8E-C4D1690EC253}" type="presParOf" srcId="{CAE2CBF8-2108-46B2-9FEB-8B71B805128E}" destId="{E7DDB4C2-ED76-4B18-9746-6B66A60DA3D3}" srcOrd="5" destOrd="0" presId="urn:microsoft.com/office/officeart/2009/3/layout/RandomtoResultProcess"/>
    <dgm:cxn modelId="{81BFE8E9-58FE-4EF5-A14A-A5CA6FBABD83}" type="presParOf" srcId="{CAE2CBF8-2108-46B2-9FEB-8B71B805128E}" destId="{824E8A62-F8A3-4D16-AB57-6424A7490C82}" srcOrd="6" destOrd="0" presId="urn:microsoft.com/office/officeart/2009/3/layout/RandomtoResultProcess"/>
    <dgm:cxn modelId="{F404A64D-9F79-4546-9C7D-CAED15089609}" type="presParOf" srcId="{CAE2CBF8-2108-46B2-9FEB-8B71B805128E}" destId="{7EAC50AB-0011-4969-B280-2A8F76A6BEE5}" srcOrd="7" destOrd="0" presId="urn:microsoft.com/office/officeart/2009/3/layout/RandomtoResultProcess"/>
    <dgm:cxn modelId="{315E0A7D-4D74-4B6D-9F92-3B2DF776B768}" type="presParOf" srcId="{CAE2CBF8-2108-46B2-9FEB-8B71B805128E}" destId="{4F61F3E2-C4D5-4A2D-B170-A29E311C4F3B}" srcOrd="8" destOrd="0" presId="urn:microsoft.com/office/officeart/2009/3/layout/RandomtoResultProcess"/>
    <dgm:cxn modelId="{039DC867-CD84-4760-9F34-D83B36FB6987}" type="presParOf" srcId="{CAE2CBF8-2108-46B2-9FEB-8B71B805128E}" destId="{0CD77033-9F76-4A4A-9DFF-34C6F622D78D}" srcOrd="9" destOrd="0" presId="urn:microsoft.com/office/officeart/2009/3/layout/RandomtoResultProcess"/>
    <dgm:cxn modelId="{C9D4E7B3-C329-49DC-ABC3-04806CBD164D}" type="presParOf" srcId="{CAE2CBF8-2108-46B2-9FEB-8B71B805128E}" destId="{D80F95F8-7F85-4430-964E-16AA3430E3D3}" srcOrd="10" destOrd="0" presId="urn:microsoft.com/office/officeart/2009/3/layout/RandomtoResultProcess"/>
    <dgm:cxn modelId="{7680C922-C3FD-416F-AB3C-0A3E5C29470C}" type="presParOf" srcId="{CAE2CBF8-2108-46B2-9FEB-8B71B805128E}" destId="{F332D290-7CA1-4992-B81B-A0FCDB9E2285}" srcOrd="11" destOrd="0" presId="urn:microsoft.com/office/officeart/2009/3/layout/RandomtoResultProcess"/>
    <dgm:cxn modelId="{C7839DEB-B803-4A5C-842A-9AFEA9988F63}" type="presParOf" srcId="{CAE2CBF8-2108-46B2-9FEB-8B71B805128E}" destId="{676851C1-6F32-4A3B-AA59-AAE934DD5E0A}" srcOrd="12" destOrd="0" presId="urn:microsoft.com/office/officeart/2009/3/layout/RandomtoResultProcess"/>
    <dgm:cxn modelId="{1E00F5C5-C6C3-4066-85C8-CEA887812B9F}" type="presParOf" srcId="{CAE2CBF8-2108-46B2-9FEB-8B71B805128E}" destId="{F779B816-5AC6-4CE0-B349-A844AAB8C1C0}" srcOrd="13" destOrd="0" presId="urn:microsoft.com/office/officeart/2009/3/layout/RandomtoResultProcess"/>
    <dgm:cxn modelId="{CC9FD690-DE63-41DD-AA92-292B43684DE4}" type="presParOf" srcId="{CAE2CBF8-2108-46B2-9FEB-8B71B805128E}" destId="{E7D674AA-E010-46AB-8228-47AAED67257B}" srcOrd="14" destOrd="0" presId="urn:microsoft.com/office/officeart/2009/3/layout/RandomtoResultProcess"/>
    <dgm:cxn modelId="{A14C5762-3791-424B-87ED-796E53454E39}" type="presParOf" srcId="{CAE2CBF8-2108-46B2-9FEB-8B71B805128E}" destId="{C0900B3F-0B35-4FB9-A0CF-8994DE18EAA1}" srcOrd="15" destOrd="0" presId="urn:microsoft.com/office/officeart/2009/3/layout/RandomtoResultProcess"/>
    <dgm:cxn modelId="{7E668D87-91EC-49CD-9F40-F0E12DD37017}" type="presParOf" srcId="{CAE2CBF8-2108-46B2-9FEB-8B71B805128E}" destId="{ED2DF6C6-0534-4CC4-8F21-20173D497082}" srcOrd="16" destOrd="0" presId="urn:microsoft.com/office/officeart/2009/3/layout/RandomtoResultProcess"/>
    <dgm:cxn modelId="{326CFB4C-BE63-4714-946E-B66D14BFE6C9}" type="presParOf" srcId="{CAE2CBF8-2108-46B2-9FEB-8B71B805128E}" destId="{F8DFD4DC-4B20-4D1A-B7E2-24EE21C92CD6}" srcOrd="17" destOrd="0" presId="urn:microsoft.com/office/officeart/2009/3/layout/RandomtoResultProcess"/>
    <dgm:cxn modelId="{B416B034-F2B4-4328-91EA-0E51AA37C5CF}" type="presParOf" srcId="{CAE2CBF8-2108-46B2-9FEB-8B71B805128E}" destId="{9CBE4AD4-8F7C-46C2-B79A-C8B9960EDC8B}" srcOrd="18" destOrd="0" presId="urn:microsoft.com/office/officeart/2009/3/layout/RandomtoResultProcess"/>
    <dgm:cxn modelId="{DFF331B5-A508-4BB9-8AED-58EB8686EBAA}" type="presParOf" srcId="{786C02D5-3CBA-43A0-96A8-2C303DEA8570}" destId="{A57498B8-B3E4-4C98-9D8A-26ED64B81A09}" srcOrd="1" destOrd="0" presId="urn:microsoft.com/office/officeart/2009/3/layout/RandomtoResultProcess"/>
    <dgm:cxn modelId="{72ABD602-5D76-4918-B600-C6F8604CD353}" type="presParOf" srcId="{A57498B8-B3E4-4C98-9D8A-26ED64B81A09}" destId="{D15D7425-1A69-4182-843B-DABB8A3C0FB3}" srcOrd="0" destOrd="0" presId="urn:microsoft.com/office/officeart/2009/3/layout/RandomtoResultProcess"/>
    <dgm:cxn modelId="{AFCBC73F-0C92-457E-9B43-E01F2E8F7DDC}" type="presParOf" srcId="{A57498B8-B3E4-4C98-9D8A-26ED64B81A09}" destId="{01958701-C4DC-410D-A404-F87F4CC4590D}" srcOrd="1" destOrd="0" presId="urn:microsoft.com/office/officeart/2009/3/layout/RandomtoResultProcess"/>
    <dgm:cxn modelId="{005A4426-50EE-49F1-B747-BB56A1EBA540}" type="presParOf" srcId="{786C02D5-3CBA-43A0-96A8-2C303DEA8570}" destId="{992C860F-D486-4E9F-B8FE-4AC4B320717A}" srcOrd="2" destOrd="0" presId="urn:microsoft.com/office/officeart/2009/3/layout/RandomtoResultProcess"/>
    <dgm:cxn modelId="{AE12D278-1DB0-4FFD-BE4A-6BD26856608A}" type="presParOf" srcId="{992C860F-D486-4E9F-B8FE-4AC4B320717A}" destId="{B8B95939-F3B8-4967-8591-02973D8FE042}" srcOrd="0" destOrd="0" presId="urn:microsoft.com/office/officeart/2009/3/layout/RandomtoResultProcess"/>
    <dgm:cxn modelId="{3E61347E-7DD8-410F-9372-89051068AE3E}" type="presParOf" srcId="{992C860F-D486-4E9F-B8FE-4AC4B320717A}" destId="{7E2344F4-F9B6-48E8-B232-34DE0DFBCCC8}" srcOrd="1" destOrd="0" presId="urn:microsoft.com/office/officeart/2009/3/layout/RandomtoResultProcess"/>
    <dgm:cxn modelId="{D90AA40F-15F7-4DD9-9FB4-294ED718CF6B}" type="presParOf" srcId="{786C02D5-3CBA-43A0-96A8-2C303DEA8570}" destId="{B970A65C-E27D-453E-8C47-99C1FD61C92B}" srcOrd="3" destOrd="0" presId="urn:microsoft.com/office/officeart/2009/3/layout/RandomtoResultProcess"/>
    <dgm:cxn modelId="{75798482-D5FF-463D-8588-42021DD1E877}" type="presParOf" srcId="{B970A65C-E27D-453E-8C47-99C1FD61C92B}" destId="{ABA22DE9-2655-4029-8021-5B4D9E755322}" srcOrd="0" destOrd="0" presId="urn:microsoft.com/office/officeart/2009/3/layout/RandomtoResultProcess"/>
    <dgm:cxn modelId="{8D80E7F3-1027-4752-874C-E030FE31BF87}" type="presParOf" srcId="{B970A65C-E27D-453E-8C47-99C1FD61C92B}" destId="{890A2795-460E-43FE-917C-A42AD44835D6}" srcOrd="1" destOrd="0" presId="urn:microsoft.com/office/officeart/2009/3/layout/RandomtoResultProcess"/>
    <dgm:cxn modelId="{9BC7ED10-5060-4602-9C20-5D225128DCD3}" type="presParOf" srcId="{786C02D5-3CBA-43A0-96A8-2C303DEA8570}" destId="{AD86BBF1-8BBD-4693-97AB-00D29B098BBC}" srcOrd="4" destOrd="0" presId="urn:microsoft.com/office/officeart/2009/3/layout/RandomtoResultProcess"/>
    <dgm:cxn modelId="{D9367078-BCE7-42F4-AEEF-4D1308A298FB}" type="presParOf" srcId="{AD86BBF1-8BBD-4693-97AB-00D29B098BBC}" destId="{61C46672-2CBD-4DF1-8E41-A3E7EF280073}" srcOrd="0" destOrd="0" presId="urn:microsoft.com/office/officeart/2009/3/layout/RandomtoResultProcess"/>
    <dgm:cxn modelId="{50807132-8B2E-43E0-8853-4A6333D166A7}" type="presParOf" srcId="{AD86BBF1-8BBD-4693-97AB-00D29B098BBC}" destId="{154E0338-AF93-4E49-B20F-3DB86B286A24}" srcOrd="1" destOrd="0" presId="urn:microsoft.com/office/officeart/2009/3/layout/RandomtoResultProcess"/>
    <dgm:cxn modelId="{DE979390-6E87-42D5-A18F-51BDC4F94BA1}" type="presParOf" srcId="{786C02D5-3CBA-43A0-96A8-2C303DEA8570}" destId="{584D920A-36E1-475A-90A0-33BACD57C55A}" srcOrd="5" destOrd="0" presId="urn:microsoft.com/office/officeart/2009/3/layout/RandomtoResultProcess"/>
    <dgm:cxn modelId="{91D397ED-B4C1-4978-9935-B322DB81E47E}" type="presParOf" srcId="{584D920A-36E1-475A-90A0-33BACD57C55A}" destId="{51D25C74-9B16-42C5-A924-D02E704B0048}" srcOrd="0" destOrd="0" presId="urn:microsoft.com/office/officeart/2009/3/layout/RandomtoResultProcess"/>
    <dgm:cxn modelId="{A05F4601-19AB-4E33-A333-14BDC711387D}" type="presParOf" srcId="{584D920A-36E1-475A-90A0-33BACD57C55A}" destId="{3BE75D51-9129-40B5-9F9F-DAAA5CEC455D}" srcOrd="1" destOrd="0" presId="urn:microsoft.com/office/officeart/2009/3/layout/RandomtoResultProcess"/>
    <dgm:cxn modelId="{168FCE0F-2BBD-4576-B845-E8078B76ED61}" type="presParOf" srcId="{786C02D5-3CBA-43A0-96A8-2C303DEA8570}" destId="{AC86F03A-591F-4CEA-912A-C8C2746E7B26}" srcOrd="6" destOrd="0" presId="urn:microsoft.com/office/officeart/2009/3/layout/RandomtoResultProcess"/>
    <dgm:cxn modelId="{71231C45-1560-467A-99E8-3734D79566E0}" type="presParOf" srcId="{AC86F03A-591F-4CEA-912A-C8C2746E7B26}" destId="{2CD9C025-6065-4E81-9807-76F2FBABB174}" srcOrd="0" destOrd="0" presId="urn:microsoft.com/office/officeart/2009/3/layout/RandomtoResultProcess"/>
    <dgm:cxn modelId="{AC82C2D7-5F22-442E-B569-D108110C0513}" type="presParOf" srcId="{AC86F03A-591F-4CEA-912A-C8C2746E7B26}" destId="{C385F074-6B70-4C14-B3A7-0A649B0841D2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CF3DF6-962D-41B5-B766-BAF544613347}" type="doc">
      <dgm:prSet loTypeId="urn:microsoft.com/office/officeart/2005/8/layout/h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836F226-351E-4AC3-8849-04695B648BA8}">
      <dgm:prSet phldrT="[Text]" phldr="0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3 Datasets</a:t>
          </a:r>
        </a:p>
      </dgm:t>
    </dgm:pt>
    <dgm:pt modelId="{079160E8-416F-4B02-A8AC-D324CABB12D8}" type="parTrans" cxnId="{2B7B56E5-B4A9-440D-9453-A31D44C5A67D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6EF99067-A7B1-4BC1-93A0-75C098074E59}" type="sibTrans" cxnId="{2B7B56E5-B4A9-440D-9453-A31D44C5A67D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B4D200BB-8048-4BD6-B6B9-5E3A6E89FAB1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REPLIQA (2024-25) →  Q/A</a:t>
          </a:r>
        </a:p>
      </dgm:t>
    </dgm:pt>
    <dgm:pt modelId="{DFBF3B17-C601-40C3-98F4-155D2330CCA6}" type="parTrans" cxnId="{F2FEFE85-887B-4824-A483-B5846BFF0A9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2C66934D-E9D8-499C-AEF8-007834D7A71C}" type="sibTrans" cxnId="{F2FEFE85-887B-4824-A483-B5846BFF0A9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8BAB183B-C955-46C6-923E-6DBF5056BF95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MultiHopQA (2025) → Reasoning</a:t>
          </a:r>
        </a:p>
      </dgm:t>
    </dgm:pt>
    <dgm:pt modelId="{3D819139-7C14-4122-997C-EB2477B7BA14}" type="parTrans" cxnId="{3FD848A3-1ABA-48C1-9D84-BBC19ECDD861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42805675-1667-48FE-9871-98D73DA1B50B}" type="sibTrans" cxnId="{3FD848A3-1ABA-48C1-9D84-BBC19ECDD861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A13C05E5-6E23-4A56-93EC-908014390A7A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CCSum (2024) → Summarization</a:t>
          </a:r>
        </a:p>
      </dgm:t>
    </dgm:pt>
    <dgm:pt modelId="{8E393545-8805-422A-9031-742040DB0936}" type="parTrans" cxnId="{97B34913-7B23-4BC5-A1E6-96709B003435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24EF05B9-F8BD-4D7A-9ECC-4B9466766384}" type="sibTrans" cxnId="{97B34913-7B23-4BC5-A1E6-96709B003435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28CE9A88-8B14-47A8-A0B9-A51F5771549B}">
      <dgm:prSet phldrT="[Text]" phldr="0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Inputs</a:t>
          </a:r>
        </a:p>
      </dgm:t>
    </dgm:pt>
    <dgm:pt modelId="{D777ADD6-2E9F-4F40-8614-138F4F5BAC25}" type="parTrans" cxnId="{9869E08B-A783-4E46-83B8-7C753E690C03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8AA3603F-0A10-4DAE-839F-C1156047170D}" type="sibTrans" cxnId="{9869E08B-A783-4E46-83B8-7C753E690C03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19D693C1-6BC9-4FC2-B65D-0A55747C7E0B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20 input instances per dataset.</a:t>
          </a:r>
        </a:p>
      </dgm:t>
    </dgm:pt>
    <dgm:pt modelId="{4399B75F-A448-4056-8F2D-F9492671A5CA}" type="parTrans" cxnId="{D37BEDBE-179F-4507-8DEC-C233D0A2CEA4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4F75693E-6E73-4DE0-BCD4-F08B7EDF4D94}" type="sibTrans" cxnId="{D37BEDBE-179F-4507-8DEC-C233D0A2CEA4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DBF786B6-E9A7-4E73-92D2-1A7A7E46FCEF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4 Prompt Styles</a:t>
          </a:r>
        </a:p>
      </dgm:t>
    </dgm:pt>
    <dgm:pt modelId="{9147E033-4469-4F8E-A563-7186631AC27D}" type="parTrans" cxnId="{7A31C8F7-1E02-4755-BC98-F0DA127A7DE5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D3E6B476-6E7A-46E1-BA70-08E5A81F964D}" type="sibTrans" cxnId="{7A31C8F7-1E02-4755-BC98-F0DA127A7DE5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B4A7AAEA-E755-4682-A8D8-9B835BD75C65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400" b="1" dirty="0">
              <a:solidFill>
                <a:schemeClr val="tx1"/>
              </a:solidFill>
            </a:rPr>
            <a:t>Concise</a:t>
          </a:r>
        </a:p>
      </dgm:t>
    </dgm:pt>
    <dgm:pt modelId="{A02396E8-23DF-461D-9EA1-5455292FC03C}" type="parTrans" cxnId="{BFC9D7EE-9AED-4EA2-808B-C408CF547776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9E1BF15B-E101-4CE0-A8EF-533B5C4333DE}" type="sibTrans" cxnId="{BFC9D7EE-9AED-4EA2-808B-C408CF547776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AA7A6151-9E84-4EBD-BB31-BB9B30EA0718}">
      <dgm:prSet phldrT="[Text]" phldr="0" custT="1"/>
      <dgm:spPr/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Total Runs</a:t>
          </a:r>
        </a:p>
      </dgm:t>
    </dgm:pt>
    <dgm:pt modelId="{D770AB0F-C6DF-4636-BAD8-B1CA2B21FF57}" type="parTrans" cxnId="{F5F3ECC2-D8F0-4BB6-BEC8-6F6671A3B63D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957E4499-09B2-4350-A6CD-CD15C082D8A3}" type="sibTrans" cxnId="{F5F3ECC2-D8F0-4BB6-BEC8-6F6671A3B63D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45331F99-8D2F-473D-8C17-BEB0CB755CFA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60 Inputs x 4 Styles = 240 Runs</a:t>
          </a:r>
          <a:br>
            <a:rPr lang="en-US" sz="1400" b="1" dirty="0">
              <a:solidFill>
                <a:schemeClr val="tx1"/>
              </a:solidFill>
            </a:rPr>
          </a:br>
          <a:endParaRPr lang="en-US" sz="1400" b="1" dirty="0">
            <a:solidFill>
              <a:schemeClr val="tx1"/>
            </a:solidFill>
          </a:endParaRPr>
        </a:p>
      </dgm:t>
    </dgm:pt>
    <dgm:pt modelId="{4EEB4A24-5393-4A78-A12B-1C02599CD344}" type="parTrans" cxnId="{F3E28442-D316-4099-82A3-C97101A25349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269FD27C-A66A-43FE-8541-80CD8D53441F}" type="sibTrans" cxnId="{F3E28442-D316-4099-82A3-C97101A25349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349AFA4F-E919-4C49-A149-8DBCD92D2EFD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400" b="1" dirty="0">
              <a:solidFill>
                <a:schemeClr val="tx1"/>
              </a:solidFill>
            </a:rPr>
            <a:t>Structured</a:t>
          </a:r>
        </a:p>
      </dgm:t>
    </dgm:pt>
    <dgm:pt modelId="{524986BC-C7EB-49C2-9DFA-3079A60C1B7B}" type="parTrans" cxnId="{2DC7C880-A637-4959-9B68-B7F235BE748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4993571E-CF10-4338-8396-C3AD5415D88F}" type="sibTrans" cxnId="{2DC7C880-A637-4959-9B68-B7F235BE748F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FD20E086-2C98-4BDD-87F9-6FCE2AF2D909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400" b="1" dirty="0">
              <a:solidFill>
                <a:schemeClr val="tx1"/>
              </a:solidFill>
            </a:rPr>
            <a:t>Verbose</a:t>
          </a:r>
        </a:p>
      </dgm:t>
    </dgm:pt>
    <dgm:pt modelId="{9B85B9CB-668F-4BAD-B6BA-A68EFC14112F}" type="parTrans" cxnId="{D92080AB-36AA-4158-BAD4-17B48BA4EEA2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69E58502-ECAC-42D7-A572-8D2C17534381}" type="sibTrans" cxnId="{D92080AB-36AA-4158-BAD4-17B48BA4EEA2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54461CBF-71BF-4CBB-B778-D31685C4C8D9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sz="1400" b="1" dirty="0">
              <a:solidFill>
                <a:schemeClr val="tx1"/>
              </a:solidFill>
            </a:rPr>
            <a:t>Chain-of-Thought</a:t>
          </a:r>
        </a:p>
      </dgm:t>
    </dgm:pt>
    <dgm:pt modelId="{63FAE477-4E43-40EC-B81F-79F8A9FE9ED2}" type="parTrans" cxnId="{97D8594B-85B7-42D5-ACD4-E04B41C4F259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B3B8DBD7-8B44-45F8-B24F-88DB94F3F896}" type="sibTrans" cxnId="{97D8594B-85B7-42D5-ACD4-E04B41C4F259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C5C2FBEB-AC8C-4739-9074-62417CC636DF}">
      <dgm:prSet phldrT="[Text]" phldr="0" custT="1"/>
      <dgm:spPr>
        <a:solidFill>
          <a:schemeClr val="bg1">
            <a:lumMod val="85000"/>
            <a:lumOff val="15000"/>
          </a:schemeClr>
        </a:solidFill>
      </dgm:spPr>
      <dgm:t>
        <a:bodyPr/>
        <a:lstStyle/>
        <a:p>
          <a:r>
            <a:rPr lang="en-US" sz="1400" b="1" dirty="0">
              <a:solidFill>
                <a:schemeClr val="tx1"/>
              </a:solidFill>
            </a:rPr>
            <a:t>Each instance represents a single task (question or document).</a:t>
          </a:r>
        </a:p>
      </dgm:t>
    </dgm:pt>
    <dgm:pt modelId="{6F0CBD99-8A47-4071-984A-030B1F371337}" type="parTrans" cxnId="{1551F2DE-96AD-4B7E-A62B-D7D1D415AAE7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6A387281-AEBD-49BB-B7CB-553D60F21A3A}" type="sibTrans" cxnId="{1551F2DE-96AD-4B7E-A62B-D7D1D415AAE7}">
      <dgm:prSet/>
      <dgm:spPr/>
      <dgm:t>
        <a:bodyPr/>
        <a:lstStyle/>
        <a:p>
          <a:endParaRPr lang="en-US" sz="1400" b="1">
            <a:solidFill>
              <a:schemeClr val="tx1"/>
            </a:solidFill>
          </a:endParaRPr>
        </a:p>
      </dgm:t>
    </dgm:pt>
    <dgm:pt modelId="{10FF0829-8C65-4E49-B20E-B9A57B1419E1}" type="pres">
      <dgm:prSet presAssocID="{CECF3DF6-962D-41B5-B766-BAF544613347}" presName="linearFlow" presStyleCnt="0">
        <dgm:presLayoutVars>
          <dgm:dir/>
          <dgm:animLvl val="lvl"/>
          <dgm:resizeHandles/>
        </dgm:presLayoutVars>
      </dgm:prSet>
      <dgm:spPr/>
    </dgm:pt>
    <dgm:pt modelId="{360862AE-E2E7-4544-A533-ACF180380C51}" type="pres">
      <dgm:prSet presAssocID="{D836F226-351E-4AC3-8849-04695B648BA8}" presName="compositeNode" presStyleCnt="0">
        <dgm:presLayoutVars>
          <dgm:bulletEnabled val="1"/>
        </dgm:presLayoutVars>
      </dgm:prSet>
      <dgm:spPr/>
    </dgm:pt>
    <dgm:pt modelId="{C0AFEB7D-EB62-4A54-9403-465DAF89B3E0}" type="pres">
      <dgm:prSet presAssocID="{D836F226-351E-4AC3-8849-04695B648BA8}" presName="imag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</dgm:spPr>
    </dgm:pt>
    <dgm:pt modelId="{6F079325-84B2-4384-8F9F-BC93AAFCC6DF}" type="pres">
      <dgm:prSet presAssocID="{D836F226-351E-4AC3-8849-04695B648BA8}" presName="childNode" presStyleLbl="node1" presStyleIdx="0" presStyleCnt="3">
        <dgm:presLayoutVars>
          <dgm:bulletEnabled val="1"/>
        </dgm:presLayoutVars>
      </dgm:prSet>
      <dgm:spPr/>
    </dgm:pt>
    <dgm:pt modelId="{3FB77BF6-A31F-4411-B9DC-EFF9B09DF9E5}" type="pres">
      <dgm:prSet presAssocID="{D836F226-351E-4AC3-8849-04695B648BA8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20375AEA-9420-496E-B5EB-C1C23E600619}" type="pres">
      <dgm:prSet presAssocID="{6EF99067-A7B1-4BC1-93A0-75C098074E59}" presName="sibTrans" presStyleCnt="0"/>
      <dgm:spPr/>
    </dgm:pt>
    <dgm:pt modelId="{AFF8F2D1-0E63-4B9F-9EBA-44576152853D}" type="pres">
      <dgm:prSet presAssocID="{28CE9A88-8B14-47A8-A0B9-A51F5771549B}" presName="compositeNode" presStyleCnt="0">
        <dgm:presLayoutVars>
          <dgm:bulletEnabled val="1"/>
        </dgm:presLayoutVars>
      </dgm:prSet>
      <dgm:spPr/>
    </dgm:pt>
    <dgm:pt modelId="{CC7E1CEE-856B-40E3-98B6-E1450E04C069}" type="pres">
      <dgm:prSet presAssocID="{28CE9A88-8B14-47A8-A0B9-A51F5771549B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</dgm:spPr>
    </dgm:pt>
    <dgm:pt modelId="{67FB2D9D-E7B2-4CDA-82A8-F139BFD6FF85}" type="pres">
      <dgm:prSet presAssocID="{28CE9A88-8B14-47A8-A0B9-A51F5771549B}" presName="childNode" presStyleLbl="node1" presStyleIdx="1" presStyleCnt="3">
        <dgm:presLayoutVars>
          <dgm:bulletEnabled val="1"/>
        </dgm:presLayoutVars>
      </dgm:prSet>
      <dgm:spPr/>
    </dgm:pt>
    <dgm:pt modelId="{ADFDA98C-26D7-4665-8B4C-88772B70A365}" type="pres">
      <dgm:prSet presAssocID="{28CE9A88-8B14-47A8-A0B9-A51F5771549B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FD9E9195-0545-428A-8881-B8983E8D806E}" type="pres">
      <dgm:prSet presAssocID="{8AA3603F-0A10-4DAE-839F-C1156047170D}" presName="sibTrans" presStyleCnt="0"/>
      <dgm:spPr/>
    </dgm:pt>
    <dgm:pt modelId="{D0C4B438-F40B-4280-BEAD-A821CA1E7851}" type="pres">
      <dgm:prSet presAssocID="{AA7A6151-9E84-4EBD-BB31-BB9B30EA0718}" presName="compositeNode" presStyleCnt="0">
        <dgm:presLayoutVars>
          <dgm:bulletEnabled val="1"/>
        </dgm:presLayoutVars>
      </dgm:prSet>
      <dgm:spPr/>
    </dgm:pt>
    <dgm:pt modelId="{9C1C0B3C-82BF-4D76-8E18-31D8FC1F8ED2}" type="pres">
      <dgm:prSet presAssocID="{AA7A6151-9E84-4EBD-BB31-BB9B30EA0718}" presName="image" presStyleLbl="fgImgPlace1" presStyleIdx="2" presStyleCnt="3"/>
      <dgm:spPr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39000" r="-39000"/>
          </a:stretch>
        </a:blipFill>
      </dgm:spPr>
    </dgm:pt>
    <dgm:pt modelId="{CF39AB48-8EF6-479B-8638-285C7E647B48}" type="pres">
      <dgm:prSet presAssocID="{AA7A6151-9E84-4EBD-BB31-BB9B30EA0718}" presName="childNode" presStyleLbl="node1" presStyleIdx="2" presStyleCnt="3">
        <dgm:presLayoutVars>
          <dgm:bulletEnabled val="1"/>
        </dgm:presLayoutVars>
      </dgm:prSet>
      <dgm:spPr/>
    </dgm:pt>
    <dgm:pt modelId="{A5E0D075-5DBE-4A56-B354-D0E1872AD75D}" type="pres">
      <dgm:prSet presAssocID="{AA7A6151-9E84-4EBD-BB31-BB9B30EA0718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6973F80C-607C-4D6D-92A7-D9651FC882CA}" type="presOf" srcId="{B4A7AAEA-E755-4682-A8D8-9B835BD75C65}" destId="{67FB2D9D-E7B2-4CDA-82A8-F139BFD6FF85}" srcOrd="0" destOrd="3" presId="urn:microsoft.com/office/officeart/2005/8/layout/hList2"/>
    <dgm:cxn modelId="{55100C13-1D10-493C-8007-E178374B068C}" type="presOf" srcId="{AA7A6151-9E84-4EBD-BB31-BB9B30EA0718}" destId="{A5E0D075-5DBE-4A56-B354-D0E1872AD75D}" srcOrd="0" destOrd="0" presId="urn:microsoft.com/office/officeart/2005/8/layout/hList2"/>
    <dgm:cxn modelId="{97B34913-7B23-4BC5-A1E6-96709B003435}" srcId="{D836F226-351E-4AC3-8849-04695B648BA8}" destId="{A13C05E5-6E23-4A56-93EC-908014390A7A}" srcOrd="2" destOrd="0" parTransId="{8E393545-8805-422A-9031-742040DB0936}" sibTransId="{24EF05B9-F8BD-4D7A-9ECC-4B9466766384}"/>
    <dgm:cxn modelId="{0635D413-D411-429C-8B25-3F0F8208E3D2}" type="presOf" srcId="{D836F226-351E-4AC3-8849-04695B648BA8}" destId="{3FB77BF6-A31F-4411-B9DC-EFF9B09DF9E5}" srcOrd="0" destOrd="0" presId="urn:microsoft.com/office/officeart/2005/8/layout/hList2"/>
    <dgm:cxn modelId="{FE99002D-25D0-4B07-BE8A-7E1FD0A3F32F}" type="presOf" srcId="{54461CBF-71BF-4CBB-B778-D31685C4C8D9}" destId="{67FB2D9D-E7B2-4CDA-82A8-F139BFD6FF85}" srcOrd="0" destOrd="6" presId="urn:microsoft.com/office/officeart/2005/8/layout/hList2"/>
    <dgm:cxn modelId="{F3E28442-D316-4099-82A3-C97101A25349}" srcId="{AA7A6151-9E84-4EBD-BB31-BB9B30EA0718}" destId="{45331F99-8D2F-473D-8C17-BEB0CB755CFA}" srcOrd="0" destOrd="0" parTransId="{4EEB4A24-5393-4A78-A12B-1C02599CD344}" sibTransId="{269FD27C-A66A-43FE-8541-80CD8D53441F}"/>
    <dgm:cxn modelId="{E1288F49-083B-4C61-A59E-B61AF728C79D}" type="presOf" srcId="{A13C05E5-6E23-4A56-93EC-908014390A7A}" destId="{6F079325-84B2-4384-8F9F-BC93AAFCC6DF}" srcOrd="0" destOrd="2" presId="urn:microsoft.com/office/officeart/2005/8/layout/hList2"/>
    <dgm:cxn modelId="{97D8594B-85B7-42D5-ACD4-E04B41C4F259}" srcId="{DBF786B6-E9A7-4E73-92D2-1A7A7E46FCEF}" destId="{54461CBF-71BF-4CBB-B778-D31685C4C8D9}" srcOrd="3" destOrd="0" parTransId="{63FAE477-4E43-40EC-B81F-79F8A9FE9ED2}" sibTransId="{B3B8DBD7-8B44-45F8-B24F-88DB94F3F896}"/>
    <dgm:cxn modelId="{1FF8EB4F-8368-4B50-9E14-ED07C325806C}" type="presOf" srcId="{CECF3DF6-962D-41B5-B766-BAF544613347}" destId="{10FF0829-8C65-4E49-B20E-B9A57B1419E1}" srcOrd="0" destOrd="0" presId="urn:microsoft.com/office/officeart/2005/8/layout/hList2"/>
    <dgm:cxn modelId="{B69E0B70-C108-4C88-A56A-910DC07BA5D4}" type="presOf" srcId="{28CE9A88-8B14-47A8-A0B9-A51F5771549B}" destId="{ADFDA98C-26D7-4665-8B4C-88772B70A365}" srcOrd="0" destOrd="0" presId="urn:microsoft.com/office/officeart/2005/8/layout/hList2"/>
    <dgm:cxn modelId="{EF2D2E71-BE99-4E2D-8A6F-AE487699DC7C}" type="presOf" srcId="{C5C2FBEB-AC8C-4739-9074-62417CC636DF}" destId="{67FB2D9D-E7B2-4CDA-82A8-F139BFD6FF85}" srcOrd="0" destOrd="1" presId="urn:microsoft.com/office/officeart/2005/8/layout/hList2"/>
    <dgm:cxn modelId="{2DC7C880-A637-4959-9B68-B7F235BE748F}" srcId="{DBF786B6-E9A7-4E73-92D2-1A7A7E46FCEF}" destId="{349AFA4F-E919-4C49-A149-8DBCD92D2EFD}" srcOrd="1" destOrd="0" parTransId="{524986BC-C7EB-49C2-9DFA-3079A60C1B7B}" sibTransId="{4993571E-CF10-4338-8396-C3AD5415D88F}"/>
    <dgm:cxn modelId="{F2FEFE85-887B-4824-A483-B5846BFF0A9F}" srcId="{D836F226-351E-4AC3-8849-04695B648BA8}" destId="{B4D200BB-8048-4BD6-B6B9-5E3A6E89FAB1}" srcOrd="0" destOrd="0" parTransId="{DFBF3B17-C601-40C3-98F4-155D2330CCA6}" sibTransId="{2C66934D-E9D8-499C-AEF8-007834D7A71C}"/>
    <dgm:cxn modelId="{9869E08B-A783-4E46-83B8-7C753E690C03}" srcId="{CECF3DF6-962D-41B5-B766-BAF544613347}" destId="{28CE9A88-8B14-47A8-A0B9-A51F5771549B}" srcOrd="1" destOrd="0" parTransId="{D777ADD6-2E9F-4F40-8614-138F4F5BAC25}" sibTransId="{8AA3603F-0A10-4DAE-839F-C1156047170D}"/>
    <dgm:cxn modelId="{CC7E7498-B655-446C-96C8-D948A6BB272C}" type="presOf" srcId="{349AFA4F-E919-4C49-A149-8DBCD92D2EFD}" destId="{67FB2D9D-E7B2-4CDA-82A8-F139BFD6FF85}" srcOrd="0" destOrd="4" presId="urn:microsoft.com/office/officeart/2005/8/layout/hList2"/>
    <dgm:cxn modelId="{3FD848A3-1ABA-48C1-9D84-BBC19ECDD861}" srcId="{D836F226-351E-4AC3-8849-04695B648BA8}" destId="{8BAB183B-C955-46C6-923E-6DBF5056BF95}" srcOrd="1" destOrd="0" parTransId="{3D819139-7C14-4122-997C-EB2477B7BA14}" sibTransId="{42805675-1667-48FE-9871-98D73DA1B50B}"/>
    <dgm:cxn modelId="{D92080AB-36AA-4158-BAD4-17B48BA4EEA2}" srcId="{DBF786B6-E9A7-4E73-92D2-1A7A7E46FCEF}" destId="{FD20E086-2C98-4BDD-87F9-6FCE2AF2D909}" srcOrd="2" destOrd="0" parTransId="{9B85B9CB-668F-4BAD-B6BA-A68EFC14112F}" sibTransId="{69E58502-ECAC-42D7-A572-8D2C17534381}"/>
    <dgm:cxn modelId="{14E6E8BB-FA32-4B50-94A3-030FB4C902A8}" type="presOf" srcId="{19D693C1-6BC9-4FC2-B65D-0A55747C7E0B}" destId="{67FB2D9D-E7B2-4CDA-82A8-F139BFD6FF85}" srcOrd="0" destOrd="0" presId="urn:microsoft.com/office/officeart/2005/8/layout/hList2"/>
    <dgm:cxn modelId="{D37BEDBE-179F-4507-8DEC-C233D0A2CEA4}" srcId="{28CE9A88-8B14-47A8-A0B9-A51F5771549B}" destId="{19D693C1-6BC9-4FC2-B65D-0A55747C7E0B}" srcOrd="0" destOrd="0" parTransId="{4399B75F-A448-4056-8F2D-F9492671A5CA}" sibTransId="{4F75693E-6E73-4DE0-BCD4-F08B7EDF4D94}"/>
    <dgm:cxn modelId="{F5F3ECC2-D8F0-4BB6-BEC8-6F6671A3B63D}" srcId="{CECF3DF6-962D-41B5-B766-BAF544613347}" destId="{AA7A6151-9E84-4EBD-BB31-BB9B30EA0718}" srcOrd="2" destOrd="0" parTransId="{D770AB0F-C6DF-4636-BAD8-B1CA2B21FF57}" sibTransId="{957E4499-09B2-4350-A6CD-CD15C082D8A3}"/>
    <dgm:cxn modelId="{382074CF-F3DC-4081-BE2B-3DA7AF57E350}" type="presOf" srcId="{B4D200BB-8048-4BD6-B6B9-5E3A6E89FAB1}" destId="{6F079325-84B2-4384-8F9F-BC93AAFCC6DF}" srcOrd="0" destOrd="0" presId="urn:microsoft.com/office/officeart/2005/8/layout/hList2"/>
    <dgm:cxn modelId="{1551F2DE-96AD-4B7E-A62B-D7D1D415AAE7}" srcId="{28CE9A88-8B14-47A8-A0B9-A51F5771549B}" destId="{C5C2FBEB-AC8C-4739-9074-62417CC636DF}" srcOrd="1" destOrd="0" parTransId="{6F0CBD99-8A47-4071-984A-030B1F371337}" sibTransId="{6A387281-AEBD-49BB-B7CB-553D60F21A3A}"/>
    <dgm:cxn modelId="{436005E0-90ED-47DD-AC3A-A68541C73942}" type="presOf" srcId="{45331F99-8D2F-473D-8C17-BEB0CB755CFA}" destId="{CF39AB48-8EF6-479B-8638-285C7E647B48}" srcOrd="0" destOrd="0" presId="urn:microsoft.com/office/officeart/2005/8/layout/hList2"/>
    <dgm:cxn modelId="{2B7B56E5-B4A9-440D-9453-A31D44C5A67D}" srcId="{CECF3DF6-962D-41B5-B766-BAF544613347}" destId="{D836F226-351E-4AC3-8849-04695B648BA8}" srcOrd="0" destOrd="0" parTransId="{079160E8-416F-4B02-A8AC-D324CABB12D8}" sibTransId="{6EF99067-A7B1-4BC1-93A0-75C098074E59}"/>
    <dgm:cxn modelId="{3D5447E8-9749-4F5D-BFBD-C87E098FAF68}" type="presOf" srcId="{DBF786B6-E9A7-4E73-92D2-1A7A7E46FCEF}" destId="{67FB2D9D-E7B2-4CDA-82A8-F139BFD6FF85}" srcOrd="0" destOrd="2" presId="urn:microsoft.com/office/officeart/2005/8/layout/hList2"/>
    <dgm:cxn modelId="{DB46E2EB-5834-4266-82EC-3DA8CFB44F62}" type="presOf" srcId="{FD20E086-2C98-4BDD-87F9-6FCE2AF2D909}" destId="{67FB2D9D-E7B2-4CDA-82A8-F139BFD6FF85}" srcOrd="0" destOrd="5" presId="urn:microsoft.com/office/officeart/2005/8/layout/hList2"/>
    <dgm:cxn modelId="{8BC5A7EC-CF26-4F76-832B-007BCCD4CFCB}" type="presOf" srcId="{8BAB183B-C955-46C6-923E-6DBF5056BF95}" destId="{6F079325-84B2-4384-8F9F-BC93AAFCC6DF}" srcOrd="0" destOrd="1" presId="urn:microsoft.com/office/officeart/2005/8/layout/hList2"/>
    <dgm:cxn modelId="{BFC9D7EE-9AED-4EA2-808B-C408CF547776}" srcId="{DBF786B6-E9A7-4E73-92D2-1A7A7E46FCEF}" destId="{B4A7AAEA-E755-4682-A8D8-9B835BD75C65}" srcOrd="0" destOrd="0" parTransId="{A02396E8-23DF-461D-9EA1-5455292FC03C}" sibTransId="{9E1BF15B-E101-4CE0-A8EF-533B5C4333DE}"/>
    <dgm:cxn modelId="{7A31C8F7-1E02-4755-BC98-F0DA127A7DE5}" srcId="{28CE9A88-8B14-47A8-A0B9-A51F5771549B}" destId="{DBF786B6-E9A7-4E73-92D2-1A7A7E46FCEF}" srcOrd="2" destOrd="0" parTransId="{9147E033-4469-4F8E-A563-7186631AC27D}" sibTransId="{D3E6B476-6E7A-46E1-BA70-08E5A81F964D}"/>
    <dgm:cxn modelId="{5069BEB1-929F-406C-BEAE-5FCFBE57D041}" type="presParOf" srcId="{10FF0829-8C65-4E49-B20E-B9A57B1419E1}" destId="{360862AE-E2E7-4544-A533-ACF180380C51}" srcOrd="0" destOrd="0" presId="urn:microsoft.com/office/officeart/2005/8/layout/hList2"/>
    <dgm:cxn modelId="{CC697297-379A-4B7B-87DD-DB5F1DC81E93}" type="presParOf" srcId="{360862AE-E2E7-4544-A533-ACF180380C51}" destId="{C0AFEB7D-EB62-4A54-9403-465DAF89B3E0}" srcOrd="0" destOrd="0" presId="urn:microsoft.com/office/officeart/2005/8/layout/hList2"/>
    <dgm:cxn modelId="{9646B0D4-F647-4323-B07F-B5CD0420079F}" type="presParOf" srcId="{360862AE-E2E7-4544-A533-ACF180380C51}" destId="{6F079325-84B2-4384-8F9F-BC93AAFCC6DF}" srcOrd="1" destOrd="0" presId="urn:microsoft.com/office/officeart/2005/8/layout/hList2"/>
    <dgm:cxn modelId="{2DCADF25-DF30-4E40-A073-E3EE35A6881D}" type="presParOf" srcId="{360862AE-E2E7-4544-A533-ACF180380C51}" destId="{3FB77BF6-A31F-4411-B9DC-EFF9B09DF9E5}" srcOrd="2" destOrd="0" presId="urn:microsoft.com/office/officeart/2005/8/layout/hList2"/>
    <dgm:cxn modelId="{80A8C993-E195-40AE-B5DC-C289B17722DD}" type="presParOf" srcId="{10FF0829-8C65-4E49-B20E-B9A57B1419E1}" destId="{20375AEA-9420-496E-B5EB-C1C23E600619}" srcOrd="1" destOrd="0" presId="urn:microsoft.com/office/officeart/2005/8/layout/hList2"/>
    <dgm:cxn modelId="{1A1CB826-6F4C-436E-A0D4-83A92FA6522F}" type="presParOf" srcId="{10FF0829-8C65-4E49-B20E-B9A57B1419E1}" destId="{AFF8F2D1-0E63-4B9F-9EBA-44576152853D}" srcOrd="2" destOrd="0" presId="urn:microsoft.com/office/officeart/2005/8/layout/hList2"/>
    <dgm:cxn modelId="{4F826672-3297-407F-8AAD-25E5EBDDF154}" type="presParOf" srcId="{AFF8F2D1-0E63-4B9F-9EBA-44576152853D}" destId="{CC7E1CEE-856B-40E3-98B6-E1450E04C069}" srcOrd="0" destOrd="0" presId="urn:microsoft.com/office/officeart/2005/8/layout/hList2"/>
    <dgm:cxn modelId="{C4EF71A4-1482-4034-95C2-D4D8B435E031}" type="presParOf" srcId="{AFF8F2D1-0E63-4B9F-9EBA-44576152853D}" destId="{67FB2D9D-E7B2-4CDA-82A8-F139BFD6FF85}" srcOrd="1" destOrd="0" presId="urn:microsoft.com/office/officeart/2005/8/layout/hList2"/>
    <dgm:cxn modelId="{C22A4AF0-D06F-4E27-A174-431ED7E1A120}" type="presParOf" srcId="{AFF8F2D1-0E63-4B9F-9EBA-44576152853D}" destId="{ADFDA98C-26D7-4665-8B4C-88772B70A365}" srcOrd="2" destOrd="0" presId="urn:microsoft.com/office/officeart/2005/8/layout/hList2"/>
    <dgm:cxn modelId="{E515B011-DE21-4213-B9F4-26D083DA16FE}" type="presParOf" srcId="{10FF0829-8C65-4E49-B20E-B9A57B1419E1}" destId="{FD9E9195-0545-428A-8881-B8983E8D806E}" srcOrd="3" destOrd="0" presId="urn:microsoft.com/office/officeart/2005/8/layout/hList2"/>
    <dgm:cxn modelId="{5DBD9F51-AFDB-4906-8FC6-91AD07E3D0F4}" type="presParOf" srcId="{10FF0829-8C65-4E49-B20E-B9A57B1419E1}" destId="{D0C4B438-F40B-4280-BEAD-A821CA1E7851}" srcOrd="4" destOrd="0" presId="urn:microsoft.com/office/officeart/2005/8/layout/hList2"/>
    <dgm:cxn modelId="{4A9AFE88-664F-447E-AB0C-7D6411E0325D}" type="presParOf" srcId="{D0C4B438-F40B-4280-BEAD-A821CA1E7851}" destId="{9C1C0B3C-82BF-4D76-8E18-31D8FC1F8ED2}" srcOrd="0" destOrd="0" presId="urn:microsoft.com/office/officeart/2005/8/layout/hList2"/>
    <dgm:cxn modelId="{99666000-CBB8-45EB-AFFE-AD929B9D8235}" type="presParOf" srcId="{D0C4B438-F40B-4280-BEAD-A821CA1E7851}" destId="{CF39AB48-8EF6-479B-8638-285C7E647B48}" srcOrd="1" destOrd="0" presId="urn:microsoft.com/office/officeart/2005/8/layout/hList2"/>
    <dgm:cxn modelId="{85C106CF-CD22-445B-A629-0FB0F79AC381}" type="presParOf" srcId="{D0C4B438-F40B-4280-BEAD-A821CA1E7851}" destId="{A5E0D075-5DBE-4A56-B354-D0E1872AD75D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627D9E-34B0-489A-A312-834212843A3B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9696D7D-8084-4B01-B3E2-ACF3CCCEE188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Prompt Design</a:t>
          </a:r>
        </a:p>
      </dgm:t>
    </dgm:pt>
    <dgm:pt modelId="{5362AB9F-9D81-426D-A410-398CE67EBF33}" type="parTrans" cxnId="{AC69E13B-25E6-4CB7-8FD9-993FF7C56868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A5A7928E-7B85-4D7E-B0EA-F9F41A7F1D7D}" type="sibTrans" cxnId="{AC69E13B-25E6-4CB7-8FD9-993FF7C56868}">
      <dgm:prSet/>
      <dgm:spPr/>
      <dgm:t>
        <a:bodyPr/>
        <a:lstStyle/>
        <a:p>
          <a:endParaRPr lang="en-US" b="1" dirty="0">
            <a:solidFill>
              <a:schemeClr val="tx1"/>
            </a:solidFill>
          </a:endParaRPr>
        </a:p>
      </dgm:t>
    </dgm:pt>
    <dgm:pt modelId="{9F22410E-D14B-409B-9473-46FE9B852495}">
      <dgm:prSet/>
      <dgm:spPr>
        <a:solidFill>
          <a:schemeClr val="tx1"/>
        </a:solidFill>
      </dgm:spPr>
      <dgm:t>
        <a:bodyPr/>
        <a:lstStyle/>
        <a:p>
          <a:r>
            <a:rPr lang="en-US" b="1" i="0" baseline="0" dirty="0"/>
            <a:t>Filtering failed runs &amp; validating metric consistency</a:t>
          </a:r>
          <a:endParaRPr lang="en-US" b="1" dirty="0"/>
        </a:p>
      </dgm:t>
    </dgm:pt>
    <dgm:pt modelId="{D5A42FE7-6A42-4F6D-AE40-CAC0844B5CDF}" type="parTrans" cxnId="{B43B8DA4-E99B-4540-AD52-6165146C545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4699417F-D4B1-454B-806D-7B0F3BD4DA6E}" type="sibTrans" cxnId="{B43B8DA4-E99B-4540-AD52-6165146C545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355E228-2A95-41AC-A5B5-FB585CE961F7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Model Inference (Ollama / LLM)</a:t>
          </a:r>
        </a:p>
      </dgm:t>
    </dgm:pt>
    <dgm:pt modelId="{35CDA72A-FB29-41FF-86A5-34AF0172D21A}" type="parTrans" cxnId="{FE47FCE2-884F-47E2-A079-8411C1EE674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0FC84AB-5FD0-4370-8B31-FC2EC2F8CA71}" type="sibTrans" cxnId="{FE47FCE2-884F-47E2-A079-8411C1EE674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4C3F153-0FD1-4D85-B44D-10ECD7351064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Metric Collection (Tokens, Latency, Power)</a:t>
          </a:r>
        </a:p>
      </dgm:t>
    </dgm:pt>
    <dgm:pt modelId="{C6E222C2-E2A8-4778-8536-8E0C7845D5BA}" type="parTrans" cxnId="{2F737380-CEA5-4763-9B35-D5EB2E6E88F9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124A62E1-9465-4892-A872-D12CEB977118}" type="sibTrans" cxnId="{2F737380-CEA5-4763-9B35-D5EB2E6E88F9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73E3C4A-C3B4-46C8-B1F2-8230546C33A9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Energy Computation (Power → Joules)</a:t>
          </a:r>
        </a:p>
      </dgm:t>
    </dgm:pt>
    <dgm:pt modelId="{F7A6B670-D362-4E04-9CA1-67222950E93D}" type="parTrans" cxnId="{7623685B-C6BA-46FD-90A1-F73CB51B7055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90AC3F2B-6D45-4082-ACB3-520FED4CC871}" type="sibTrans" cxnId="{7623685B-C6BA-46FD-90A1-F73CB51B7055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BCA7C51D-E3FB-4684-B645-A6502E523E50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Data Logging (CSV)</a:t>
          </a:r>
        </a:p>
      </dgm:t>
    </dgm:pt>
    <dgm:pt modelId="{6A9CCD72-42B0-4CDC-A9A8-DCBFB944DC9C}" type="parTrans" cxnId="{10C7574E-DD06-4CD1-A487-30B3A2BF7367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1DC4D5A-3B78-4050-B230-B80534A7BE08}" type="sibTrans" cxnId="{10C7574E-DD06-4CD1-A487-30B3A2BF7367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D842CCA5-F1C4-4223-B354-0C665EE9EF12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Aggregation &amp; Analysis</a:t>
          </a:r>
        </a:p>
      </dgm:t>
    </dgm:pt>
    <dgm:pt modelId="{A62316D5-7142-4F30-8210-9C619A899577}" type="parTrans" cxnId="{F2300995-1AD8-4A88-8B5B-643FFE8384A2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E965C5A2-FB8A-42DA-B223-B09DA95E451E}" type="sibTrans" cxnId="{F2300995-1AD8-4A88-8B5B-643FFE8384A2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3AA0522-1736-4AEB-A1E1-CD1653D89771}">
      <dgm:prSet/>
      <dgm:spPr>
        <a:solidFill>
          <a:schemeClr val="tx1"/>
        </a:solidFill>
      </dgm:spPr>
      <dgm:t>
        <a:bodyPr/>
        <a:lstStyle/>
        <a:p>
          <a:r>
            <a:rPr lang="en-US" b="1" dirty="0"/>
            <a:t>Visualization &amp; Modeling</a:t>
          </a:r>
        </a:p>
      </dgm:t>
    </dgm:pt>
    <dgm:pt modelId="{C69F5688-4E72-4A3F-BE1D-FCB440077425}" type="parTrans" cxnId="{31B4E3AC-96A5-4CA4-877F-A327F640E32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B15F6D4C-20DF-449B-A611-B454BA317277}" type="sibTrans" cxnId="{31B4E3AC-96A5-4CA4-877F-A327F640E32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FE1FF195-4D58-4909-B46C-7CD628769A8C}" type="pres">
      <dgm:prSet presAssocID="{3A627D9E-34B0-489A-A312-834212843A3B}" presName="Name0" presStyleCnt="0">
        <dgm:presLayoutVars>
          <dgm:dir/>
          <dgm:animLvl val="lvl"/>
          <dgm:resizeHandles val="exact"/>
        </dgm:presLayoutVars>
      </dgm:prSet>
      <dgm:spPr/>
    </dgm:pt>
    <dgm:pt modelId="{67943FA3-9F90-49C3-B235-F864C64CDC87}" type="pres">
      <dgm:prSet presAssocID="{03AA0522-1736-4AEB-A1E1-CD1653D89771}" presName="boxAndChildren" presStyleCnt="0"/>
      <dgm:spPr/>
    </dgm:pt>
    <dgm:pt modelId="{98F7A11A-5E00-4102-9AA6-9E6A7F9A7EAF}" type="pres">
      <dgm:prSet presAssocID="{03AA0522-1736-4AEB-A1E1-CD1653D89771}" presName="parentTextBox" presStyleLbl="node1" presStyleIdx="0" presStyleCnt="8"/>
      <dgm:spPr/>
    </dgm:pt>
    <dgm:pt modelId="{59968C75-56E5-47AA-B673-FA457FFB56AF}" type="pres">
      <dgm:prSet presAssocID="{E965C5A2-FB8A-42DA-B223-B09DA95E451E}" presName="sp" presStyleCnt="0"/>
      <dgm:spPr/>
    </dgm:pt>
    <dgm:pt modelId="{D6079708-FF33-4E87-9B3B-0837F7F7401C}" type="pres">
      <dgm:prSet presAssocID="{D842CCA5-F1C4-4223-B354-0C665EE9EF12}" presName="arrowAndChildren" presStyleCnt="0"/>
      <dgm:spPr/>
    </dgm:pt>
    <dgm:pt modelId="{A3E28CC5-7711-486E-8F50-D8290529EC3B}" type="pres">
      <dgm:prSet presAssocID="{D842CCA5-F1C4-4223-B354-0C665EE9EF12}" presName="parentTextArrow" presStyleLbl="node1" presStyleIdx="1" presStyleCnt="8"/>
      <dgm:spPr/>
    </dgm:pt>
    <dgm:pt modelId="{0B180E8B-F4E6-422C-8F6C-586D9BA8B2E2}" type="pres">
      <dgm:prSet presAssocID="{4699417F-D4B1-454B-806D-7B0F3BD4DA6E}" presName="sp" presStyleCnt="0"/>
      <dgm:spPr/>
    </dgm:pt>
    <dgm:pt modelId="{7BC67347-C46F-453B-9559-FCDCE1C02A70}" type="pres">
      <dgm:prSet presAssocID="{9F22410E-D14B-409B-9473-46FE9B852495}" presName="arrowAndChildren" presStyleCnt="0"/>
      <dgm:spPr/>
    </dgm:pt>
    <dgm:pt modelId="{CF5D661E-0E96-4F5B-AD1B-34CA033395A4}" type="pres">
      <dgm:prSet presAssocID="{9F22410E-D14B-409B-9473-46FE9B852495}" presName="parentTextArrow" presStyleLbl="node1" presStyleIdx="2" presStyleCnt="8"/>
      <dgm:spPr/>
    </dgm:pt>
    <dgm:pt modelId="{ECBEF89C-27ED-4343-9966-5AF8F71DB521}" type="pres">
      <dgm:prSet presAssocID="{D1DC4D5A-3B78-4050-B230-B80534A7BE08}" presName="sp" presStyleCnt="0"/>
      <dgm:spPr/>
    </dgm:pt>
    <dgm:pt modelId="{5F1E2C5A-C704-4F15-9D3B-F98E9A670415}" type="pres">
      <dgm:prSet presAssocID="{BCA7C51D-E3FB-4684-B645-A6502E523E50}" presName="arrowAndChildren" presStyleCnt="0"/>
      <dgm:spPr/>
    </dgm:pt>
    <dgm:pt modelId="{256A7309-67B0-40C1-9A58-7C5A94259DCB}" type="pres">
      <dgm:prSet presAssocID="{BCA7C51D-E3FB-4684-B645-A6502E523E50}" presName="parentTextArrow" presStyleLbl="node1" presStyleIdx="3" presStyleCnt="8"/>
      <dgm:spPr/>
    </dgm:pt>
    <dgm:pt modelId="{8DC00892-E256-477B-8D3B-3BDE479AA12C}" type="pres">
      <dgm:prSet presAssocID="{90AC3F2B-6D45-4082-ACB3-520FED4CC871}" presName="sp" presStyleCnt="0"/>
      <dgm:spPr/>
    </dgm:pt>
    <dgm:pt modelId="{7FD3DBBE-987A-45C9-9725-627B8FA26F5E}" type="pres">
      <dgm:prSet presAssocID="{673E3C4A-C3B4-46C8-B1F2-8230546C33A9}" presName="arrowAndChildren" presStyleCnt="0"/>
      <dgm:spPr/>
    </dgm:pt>
    <dgm:pt modelId="{DAF1743B-791B-479B-A3A1-3577676DE1D8}" type="pres">
      <dgm:prSet presAssocID="{673E3C4A-C3B4-46C8-B1F2-8230546C33A9}" presName="parentTextArrow" presStyleLbl="node1" presStyleIdx="4" presStyleCnt="8"/>
      <dgm:spPr/>
    </dgm:pt>
    <dgm:pt modelId="{FEB39FF6-2A7A-41B1-8BD0-DCA62F6617A4}" type="pres">
      <dgm:prSet presAssocID="{124A62E1-9465-4892-A872-D12CEB977118}" presName="sp" presStyleCnt="0"/>
      <dgm:spPr/>
    </dgm:pt>
    <dgm:pt modelId="{87BF4B79-7EDB-4B0C-9AB8-AD4BC13A867B}" type="pres">
      <dgm:prSet presAssocID="{64C3F153-0FD1-4D85-B44D-10ECD7351064}" presName="arrowAndChildren" presStyleCnt="0"/>
      <dgm:spPr/>
    </dgm:pt>
    <dgm:pt modelId="{7E405429-74F2-422B-903C-038AEC25AA04}" type="pres">
      <dgm:prSet presAssocID="{64C3F153-0FD1-4D85-B44D-10ECD7351064}" presName="parentTextArrow" presStyleLbl="node1" presStyleIdx="5" presStyleCnt="8"/>
      <dgm:spPr/>
    </dgm:pt>
    <dgm:pt modelId="{7145DB39-E973-4FF3-8EAA-2D82D5731CB5}" type="pres">
      <dgm:prSet presAssocID="{00FC84AB-5FD0-4370-8B31-FC2EC2F8CA71}" presName="sp" presStyleCnt="0"/>
      <dgm:spPr/>
    </dgm:pt>
    <dgm:pt modelId="{3E7B9697-4A8A-4C76-9014-22ADCCE13F99}" type="pres">
      <dgm:prSet presAssocID="{D355E228-2A95-41AC-A5B5-FB585CE961F7}" presName="arrowAndChildren" presStyleCnt="0"/>
      <dgm:spPr/>
    </dgm:pt>
    <dgm:pt modelId="{5CDF33D8-A963-497F-A784-68A52C26BE5F}" type="pres">
      <dgm:prSet presAssocID="{D355E228-2A95-41AC-A5B5-FB585CE961F7}" presName="parentTextArrow" presStyleLbl="node1" presStyleIdx="6" presStyleCnt="8"/>
      <dgm:spPr/>
    </dgm:pt>
    <dgm:pt modelId="{AAA744DD-8B09-4B18-9334-A3EB4C5C3AE1}" type="pres">
      <dgm:prSet presAssocID="{A5A7928E-7B85-4D7E-B0EA-F9F41A7F1D7D}" presName="sp" presStyleCnt="0"/>
      <dgm:spPr/>
    </dgm:pt>
    <dgm:pt modelId="{8CBFCE2C-B49F-404C-B373-15E55EA3DDCE}" type="pres">
      <dgm:prSet presAssocID="{19696D7D-8084-4B01-B3E2-ACF3CCCEE188}" presName="arrowAndChildren" presStyleCnt="0"/>
      <dgm:spPr/>
    </dgm:pt>
    <dgm:pt modelId="{B3CBBC07-2FFA-459B-96FA-4FD49A5AC9BA}" type="pres">
      <dgm:prSet presAssocID="{19696D7D-8084-4B01-B3E2-ACF3CCCEE188}" presName="parentTextArrow" presStyleLbl="node1" presStyleIdx="7" presStyleCnt="8"/>
      <dgm:spPr/>
    </dgm:pt>
  </dgm:ptLst>
  <dgm:cxnLst>
    <dgm:cxn modelId="{89930324-6319-4F02-8B80-AECD16BE7F86}" type="presOf" srcId="{BCA7C51D-E3FB-4684-B645-A6502E523E50}" destId="{256A7309-67B0-40C1-9A58-7C5A94259DCB}" srcOrd="0" destOrd="0" presId="urn:microsoft.com/office/officeart/2005/8/layout/process4"/>
    <dgm:cxn modelId="{842A7032-E7FB-4E93-AFFC-961A3A5822F2}" type="presOf" srcId="{3A627D9E-34B0-489A-A312-834212843A3B}" destId="{FE1FF195-4D58-4909-B46C-7CD628769A8C}" srcOrd="0" destOrd="0" presId="urn:microsoft.com/office/officeart/2005/8/layout/process4"/>
    <dgm:cxn modelId="{82664E39-B4FF-43FA-85D2-D5F09B409F7E}" type="presOf" srcId="{D842CCA5-F1C4-4223-B354-0C665EE9EF12}" destId="{A3E28CC5-7711-486E-8F50-D8290529EC3B}" srcOrd="0" destOrd="0" presId="urn:microsoft.com/office/officeart/2005/8/layout/process4"/>
    <dgm:cxn modelId="{AC69E13B-25E6-4CB7-8FD9-993FF7C56868}" srcId="{3A627D9E-34B0-489A-A312-834212843A3B}" destId="{19696D7D-8084-4B01-B3E2-ACF3CCCEE188}" srcOrd="0" destOrd="0" parTransId="{5362AB9F-9D81-426D-A410-398CE67EBF33}" sibTransId="{A5A7928E-7B85-4D7E-B0EA-F9F41A7F1D7D}"/>
    <dgm:cxn modelId="{7623685B-C6BA-46FD-90A1-F73CB51B7055}" srcId="{3A627D9E-34B0-489A-A312-834212843A3B}" destId="{673E3C4A-C3B4-46C8-B1F2-8230546C33A9}" srcOrd="3" destOrd="0" parTransId="{F7A6B670-D362-4E04-9CA1-67222950E93D}" sibTransId="{90AC3F2B-6D45-4082-ACB3-520FED4CC871}"/>
    <dgm:cxn modelId="{32F11048-3DD8-4742-A4CE-9DA39EEFF28E}" type="presOf" srcId="{64C3F153-0FD1-4D85-B44D-10ECD7351064}" destId="{7E405429-74F2-422B-903C-038AEC25AA04}" srcOrd="0" destOrd="0" presId="urn:microsoft.com/office/officeart/2005/8/layout/process4"/>
    <dgm:cxn modelId="{10C7574E-DD06-4CD1-A487-30B3A2BF7367}" srcId="{3A627D9E-34B0-489A-A312-834212843A3B}" destId="{BCA7C51D-E3FB-4684-B645-A6502E523E50}" srcOrd="4" destOrd="0" parTransId="{6A9CCD72-42B0-4CDC-A9A8-DCBFB944DC9C}" sibTransId="{D1DC4D5A-3B78-4050-B230-B80534A7BE08}"/>
    <dgm:cxn modelId="{2F737380-CEA5-4763-9B35-D5EB2E6E88F9}" srcId="{3A627D9E-34B0-489A-A312-834212843A3B}" destId="{64C3F153-0FD1-4D85-B44D-10ECD7351064}" srcOrd="2" destOrd="0" parTransId="{C6E222C2-E2A8-4778-8536-8E0C7845D5BA}" sibTransId="{124A62E1-9465-4892-A872-D12CEB977118}"/>
    <dgm:cxn modelId="{5CFEFA93-2BE8-423A-BDBF-128A6231BCA7}" type="presOf" srcId="{D355E228-2A95-41AC-A5B5-FB585CE961F7}" destId="{5CDF33D8-A963-497F-A784-68A52C26BE5F}" srcOrd="0" destOrd="0" presId="urn:microsoft.com/office/officeart/2005/8/layout/process4"/>
    <dgm:cxn modelId="{F2300995-1AD8-4A88-8B5B-643FFE8384A2}" srcId="{3A627D9E-34B0-489A-A312-834212843A3B}" destId="{D842CCA5-F1C4-4223-B354-0C665EE9EF12}" srcOrd="6" destOrd="0" parTransId="{A62316D5-7142-4F30-8210-9C619A899577}" sibTransId="{E965C5A2-FB8A-42DA-B223-B09DA95E451E}"/>
    <dgm:cxn modelId="{B43B8DA4-E99B-4540-AD52-6165146C545B}" srcId="{3A627D9E-34B0-489A-A312-834212843A3B}" destId="{9F22410E-D14B-409B-9473-46FE9B852495}" srcOrd="5" destOrd="0" parTransId="{D5A42FE7-6A42-4F6D-AE40-CAC0844B5CDF}" sibTransId="{4699417F-D4B1-454B-806D-7B0F3BD4DA6E}"/>
    <dgm:cxn modelId="{31B4E3AC-96A5-4CA4-877F-A327F640E32B}" srcId="{3A627D9E-34B0-489A-A312-834212843A3B}" destId="{03AA0522-1736-4AEB-A1E1-CD1653D89771}" srcOrd="7" destOrd="0" parTransId="{C69F5688-4E72-4A3F-BE1D-FCB440077425}" sibTransId="{B15F6D4C-20DF-449B-A611-B454BA317277}"/>
    <dgm:cxn modelId="{B54048B2-BB24-498B-B5E4-F9D43B71B93A}" type="presOf" srcId="{673E3C4A-C3B4-46C8-B1F2-8230546C33A9}" destId="{DAF1743B-791B-479B-A3A1-3577676DE1D8}" srcOrd="0" destOrd="0" presId="urn:microsoft.com/office/officeart/2005/8/layout/process4"/>
    <dgm:cxn modelId="{D80D91BC-BAC1-4260-907A-8AB977155E3A}" type="presOf" srcId="{19696D7D-8084-4B01-B3E2-ACF3CCCEE188}" destId="{B3CBBC07-2FFA-459B-96FA-4FD49A5AC9BA}" srcOrd="0" destOrd="0" presId="urn:microsoft.com/office/officeart/2005/8/layout/process4"/>
    <dgm:cxn modelId="{BCF3D0C9-2DA1-4909-9BEA-4874E1700969}" type="presOf" srcId="{9F22410E-D14B-409B-9473-46FE9B852495}" destId="{CF5D661E-0E96-4F5B-AD1B-34CA033395A4}" srcOrd="0" destOrd="0" presId="urn:microsoft.com/office/officeart/2005/8/layout/process4"/>
    <dgm:cxn modelId="{FE47FCE2-884F-47E2-A079-8411C1EE6743}" srcId="{3A627D9E-34B0-489A-A312-834212843A3B}" destId="{D355E228-2A95-41AC-A5B5-FB585CE961F7}" srcOrd="1" destOrd="0" parTransId="{35CDA72A-FB29-41FF-86A5-34AF0172D21A}" sibTransId="{00FC84AB-5FD0-4370-8B31-FC2EC2F8CA71}"/>
    <dgm:cxn modelId="{7FC831FF-8D44-4B69-BC6C-B0ED3151389E}" type="presOf" srcId="{03AA0522-1736-4AEB-A1E1-CD1653D89771}" destId="{98F7A11A-5E00-4102-9AA6-9E6A7F9A7EAF}" srcOrd="0" destOrd="0" presId="urn:microsoft.com/office/officeart/2005/8/layout/process4"/>
    <dgm:cxn modelId="{9E177C57-0E35-47A8-B72E-35877B23CC10}" type="presParOf" srcId="{FE1FF195-4D58-4909-B46C-7CD628769A8C}" destId="{67943FA3-9F90-49C3-B235-F864C64CDC87}" srcOrd="0" destOrd="0" presId="urn:microsoft.com/office/officeart/2005/8/layout/process4"/>
    <dgm:cxn modelId="{424C66CD-C7AC-4557-84C0-BFBE23BADFA9}" type="presParOf" srcId="{67943FA3-9F90-49C3-B235-F864C64CDC87}" destId="{98F7A11A-5E00-4102-9AA6-9E6A7F9A7EAF}" srcOrd="0" destOrd="0" presId="urn:microsoft.com/office/officeart/2005/8/layout/process4"/>
    <dgm:cxn modelId="{B53B7C78-EE9D-44D2-AB8C-B95CF4CDDEDC}" type="presParOf" srcId="{FE1FF195-4D58-4909-B46C-7CD628769A8C}" destId="{59968C75-56E5-47AA-B673-FA457FFB56AF}" srcOrd="1" destOrd="0" presId="urn:microsoft.com/office/officeart/2005/8/layout/process4"/>
    <dgm:cxn modelId="{A2886842-9798-4E99-B2B3-2A6089F73510}" type="presParOf" srcId="{FE1FF195-4D58-4909-B46C-7CD628769A8C}" destId="{D6079708-FF33-4E87-9B3B-0837F7F7401C}" srcOrd="2" destOrd="0" presId="urn:microsoft.com/office/officeart/2005/8/layout/process4"/>
    <dgm:cxn modelId="{814972C6-FDA4-43D0-962C-AC39B797BAB7}" type="presParOf" srcId="{D6079708-FF33-4E87-9B3B-0837F7F7401C}" destId="{A3E28CC5-7711-486E-8F50-D8290529EC3B}" srcOrd="0" destOrd="0" presId="urn:microsoft.com/office/officeart/2005/8/layout/process4"/>
    <dgm:cxn modelId="{24F3C704-EB2D-4FFF-903F-29129B305ECE}" type="presParOf" srcId="{FE1FF195-4D58-4909-B46C-7CD628769A8C}" destId="{0B180E8B-F4E6-422C-8F6C-586D9BA8B2E2}" srcOrd="3" destOrd="0" presId="urn:microsoft.com/office/officeart/2005/8/layout/process4"/>
    <dgm:cxn modelId="{4F89876C-0938-4BFA-BB8D-0686D5623DFD}" type="presParOf" srcId="{FE1FF195-4D58-4909-B46C-7CD628769A8C}" destId="{7BC67347-C46F-453B-9559-FCDCE1C02A70}" srcOrd="4" destOrd="0" presId="urn:microsoft.com/office/officeart/2005/8/layout/process4"/>
    <dgm:cxn modelId="{3FE03FED-C540-437F-8CA9-F9B29695924E}" type="presParOf" srcId="{7BC67347-C46F-453B-9559-FCDCE1C02A70}" destId="{CF5D661E-0E96-4F5B-AD1B-34CA033395A4}" srcOrd="0" destOrd="0" presId="urn:microsoft.com/office/officeart/2005/8/layout/process4"/>
    <dgm:cxn modelId="{376369D2-6657-4A7D-A6F9-1988415DD8AF}" type="presParOf" srcId="{FE1FF195-4D58-4909-B46C-7CD628769A8C}" destId="{ECBEF89C-27ED-4343-9966-5AF8F71DB521}" srcOrd="5" destOrd="0" presId="urn:microsoft.com/office/officeart/2005/8/layout/process4"/>
    <dgm:cxn modelId="{427BE2AF-4DA7-4006-A10E-4DD4115AE38A}" type="presParOf" srcId="{FE1FF195-4D58-4909-B46C-7CD628769A8C}" destId="{5F1E2C5A-C704-4F15-9D3B-F98E9A670415}" srcOrd="6" destOrd="0" presId="urn:microsoft.com/office/officeart/2005/8/layout/process4"/>
    <dgm:cxn modelId="{EADF3D56-B846-4190-8A08-4BDD6F4550E6}" type="presParOf" srcId="{5F1E2C5A-C704-4F15-9D3B-F98E9A670415}" destId="{256A7309-67B0-40C1-9A58-7C5A94259DCB}" srcOrd="0" destOrd="0" presId="urn:microsoft.com/office/officeart/2005/8/layout/process4"/>
    <dgm:cxn modelId="{CB91EB53-9B44-43F5-A68F-B5421A11291D}" type="presParOf" srcId="{FE1FF195-4D58-4909-B46C-7CD628769A8C}" destId="{8DC00892-E256-477B-8D3B-3BDE479AA12C}" srcOrd="7" destOrd="0" presId="urn:microsoft.com/office/officeart/2005/8/layout/process4"/>
    <dgm:cxn modelId="{F3E1B037-B17E-4451-B671-D32AF6C547DB}" type="presParOf" srcId="{FE1FF195-4D58-4909-B46C-7CD628769A8C}" destId="{7FD3DBBE-987A-45C9-9725-627B8FA26F5E}" srcOrd="8" destOrd="0" presId="urn:microsoft.com/office/officeart/2005/8/layout/process4"/>
    <dgm:cxn modelId="{1608B05A-7A3E-4709-A70C-4356BE622DB0}" type="presParOf" srcId="{7FD3DBBE-987A-45C9-9725-627B8FA26F5E}" destId="{DAF1743B-791B-479B-A3A1-3577676DE1D8}" srcOrd="0" destOrd="0" presId="urn:microsoft.com/office/officeart/2005/8/layout/process4"/>
    <dgm:cxn modelId="{B2D1CCF5-574A-4F10-92D2-3658B796B2EF}" type="presParOf" srcId="{FE1FF195-4D58-4909-B46C-7CD628769A8C}" destId="{FEB39FF6-2A7A-41B1-8BD0-DCA62F6617A4}" srcOrd="9" destOrd="0" presId="urn:microsoft.com/office/officeart/2005/8/layout/process4"/>
    <dgm:cxn modelId="{EE81FBB0-FC50-44A3-961A-1D98D6922A98}" type="presParOf" srcId="{FE1FF195-4D58-4909-B46C-7CD628769A8C}" destId="{87BF4B79-7EDB-4B0C-9AB8-AD4BC13A867B}" srcOrd="10" destOrd="0" presId="urn:microsoft.com/office/officeart/2005/8/layout/process4"/>
    <dgm:cxn modelId="{4D937B83-FC7E-4060-912A-6D11AB795FA8}" type="presParOf" srcId="{87BF4B79-7EDB-4B0C-9AB8-AD4BC13A867B}" destId="{7E405429-74F2-422B-903C-038AEC25AA04}" srcOrd="0" destOrd="0" presId="urn:microsoft.com/office/officeart/2005/8/layout/process4"/>
    <dgm:cxn modelId="{873A9502-F71C-444C-AB29-8A89A4FCEE9C}" type="presParOf" srcId="{FE1FF195-4D58-4909-B46C-7CD628769A8C}" destId="{7145DB39-E973-4FF3-8EAA-2D82D5731CB5}" srcOrd="11" destOrd="0" presId="urn:microsoft.com/office/officeart/2005/8/layout/process4"/>
    <dgm:cxn modelId="{778CCCE5-1784-4B49-A29C-6E61C8B5BC7B}" type="presParOf" srcId="{FE1FF195-4D58-4909-B46C-7CD628769A8C}" destId="{3E7B9697-4A8A-4C76-9014-22ADCCE13F99}" srcOrd="12" destOrd="0" presId="urn:microsoft.com/office/officeart/2005/8/layout/process4"/>
    <dgm:cxn modelId="{D402F1DD-B593-4873-A69F-DDC768F90AB6}" type="presParOf" srcId="{3E7B9697-4A8A-4C76-9014-22ADCCE13F99}" destId="{5CDF33D8-A963-497F-A784-68A52C26BE5F}" srcOrd="0" destOrd="0" presId="urn:microsoft.com/office/officeart/2005/8/layout/process4"/>
    <dgm:cxn modelId="{F0F01F28-6ED9-4C28-9C3B-599D01C4C6F8}" type="presParOf" srcId="{FE1FF195-4D58-4909-B46C-7CD628769A8C}" destId="{AAA744DD-8B09-4B18-9334-A3EB4C5C3AE1}" srcOrd="13" destOrd="0" presId="urn:microsoft.com/office/officeart/2005/8/layout/process4"/>
    <dgm:cxn modelId="{8C41694E-43EC-4D3A-A5EA-B5787ACE0C42}" type="presParOf" srcId="{FE1FF195-4D58-4909-B46C-7CD628769A8C}" destId="{8CBFCE2C-B49F-404C-B373-15E55EA3DDCE}" srcOrd="14" destOrd="0" presId="urn:microsoft.com/office/officeart/2005/8/layout/process4"/>
    <dgm:cxn modelId="{313415FF-7B60-4DF7-9F0F-55FFDB39C2A5}" type="presParOf" srcId="{8CBFCE2C-B49F-404C-B373-15E55EA3DDCE}" destId="{B3CBBC07-2FFA-459B-96FA-4FD49A5AC9BA}" srcOrd="0" destOrd="0" presId="urn:microsoft.com/office/officeart/2005/8/layout/process4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8897214-35AB-48F1-98C1-9924E38A7AC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3FD3A27-9BC6-4EC6-B8EE-78C09DF00A21}">
      <dgm:prSet custT="1"/>
      <dgm:spPr>
        <a:solidFill>
          <a:schemeClr val="bg1"/>
        </a:solidFill>
      </dgm:spPr>
      <dgm:t>
        <a:bodyPr/>
        <a:lstStyle/>
        <a:p>
          <a:pPr algn="ctr"/>
          <a:r>
            <a:rPr lang="en-US" sz="1800" b="1" dirty="0">
              <a:solidFill>
                <a:schemeClr val="tx1"/>
              </a:solidFill>
            </a:rPr>
            <a:t>Built an automated pipeline that controls prompts, execution and metric logging across runs.</a:t>
          </a:r>
        </a:p>
      </dgm:t>
    </dgm:pt>
    <dgm:pt modelId="{47368F3B-7804-42D1-BC4D-7A0ED2F8E885}" type="parTrans" cxnId="{5A54C7D5-0761-4F7F-A9B0-213F5822490A}">
      <dgm:prSet/>
      <dgm:spPr/>
      <dgm:t>
        <a:bodyPr/>
        <a:lstStyle/>
        <a:p>
          <a:pPr algn="ctr"/>
          <a:endParaRPr lang="en-US" sz="1800" b="1">
            <a:solidFill>
              <a:schemeClr val="tx1"/>
            </a:solidFill>
          </a:endParaRPr>
        </a:p>
      </dgm:t>
    </dgm:pt>
    <dgm:pt modelId="{9AD9552B-F35D-423A-A6F9-4C034B3AEDA3}" type="sibTrans" cxnId="{5A54C7D5-0761-4F7F-A9B0-213F5822490A}">
      <dgm:prSet/>
      <dgm:spPr/>
      <dgm:t>
        <a:bodyPr/>
        <a:lstStyle/>
        <a:p>
          <a:pPr algn="ctr"/>
          <a:endParaRPr lang="en-US" sz="1800" b="1">
            <a:solidFill>
              <a:schemeClr val="tx1"/>
            </a:solidFill>
          </a:endParaRPr>
        </a:p>
      </dgm:t>
    </dgm:pt>
    <dgm:pt modelId="{2B2110CE-602D-464A-B03D-55CEB04716BE}" type="pres">
      <dgm:prSet presAssocID="{38897214-35AB-48F1-98C1-9924E38A7AC6}" presName="linear" presStyleCnt="0">
        <dgm:presLayoutVars>
          <dgm:animLvl val="lvl"/>
          <dgm:resizeHandles val="exact"/>
        </dgm:presLayoutVars>
      </dgm:prSet>
      <dgm:spPr/>
    </dgm:pt>
    <dgm:pt modelId="{1447B216-6761-4A3B-8806-001123595FD7}" type="pres">
      <dgm:prSet presAssocID="{73FD3A27-9BC6-4EC6-B8EE-78C09DF00A21}" presName="parentText" presStyleLbl="node1" presStyleIdx="0" presStyleCnt="1" custLinFactNeighborY="4228">
        <dgm:presLayoutVars>
          <dgm:chMax val="0"/>
          <dgm:bulletEnabled val="1"/>
        </dgm:presLayoutVars>
      </dgm:prSet>
      <dgm:spPr/>
    </dgm:pt>
  </dgm:ptLst>
  <dgm:cxnLst>
    <dgm:cxn modelId="{3140AA2E-B107-45CE-A170-2A9CEE40230C}" type="presOf" srcId="{38897214-35AB-48F1-98C1-9924E38A7AC6}" destId="{2B2110CE-602D-464A-B03D-55CEB04716BE}" srcOrd="0" destOrd="0" presId="urn:microsoft.com/office/officeart/2005/8/layout/vList2"/>
    <dgm:cxn modelId="{0227AB72-9C2C-408E-B715-52DB75EBD038}" type="presOf" srcId="{73FD3A27-9BC6-4EC6-B8EE-78C09DF00A21}" destId="{1447B216-6761-4A3B-8806-001123595FD7}" srcOrd="0" destOrd="0" presId="urn:microsoft.com/office/officeart/2005/8/layout/vList2"/>
    <dgm:cxn modelId="{5A54C7D5-0761-4F7F-A9B0-213F5822490A}" srcId="{38897214-35AB-48F1-98C1-9924E38A7AC6}" destId="{73FD3A27-9BC6-4EC6-B8EE-78C09DF00A21}" srcOrd="0" destOrd="0" parTransId="{47368F3B-7804-42D1-BC4D-7A0ED2F8E885}" sibTransId="{9AD9552B-F35D-423A-A6F9-4C034B3AEDA3}"/>
    <dgm:cxn modelId="{27970320-312F-4540-BBF4-5136DEED462F}" type="presParOf" srcId="{2B2110CE-602D-464A-B03D-55CEB04716BE}" destId="{1447B216-6761-4A3B-8806-001123595FD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8897214-35AB-48F1-98C1-9924E38A7AC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B2110CE-602D-464A-B03D-55CEB04716BE}" type="pres">
      <dgm:prSet presAssocID="{38897214-35AB-48F1-98C1-9924E38A7AC6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3140AA2E-B107-45CE-A170-2A9CEE40230C}" type="presOf" srcId="{38897214-35AB-48F1-98C1-9924E38A7AC6}" destId="{2B2110CE-602D-464A-B03D-55CEB04716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F0142E-3A0D-4BBA-9173-65CD6F8391F0}" type="doc">
      <dgm:prSet loTypeId="urn:microsoft.com/office/officeart/2005/8/layout/hList1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F68279C-8DC5-4957-B3B2-09283A883311}">
      <dgm:prSet custT="1"/>
      <dgm:spPr/>
      <dgm:t>
        <a:bodyPr/>
        <a:lstStyle/>
        <a:p>
          <a:pPr algn="l"/>
          <a:r>
            <a:rPr lang="en-US" sz="1800" b="1" dirty="0"/>
            <a:t>Experiments automatically iterate across:</a:t>
          </a:r>
        </a:p>
      </dgm:t>
    </dgm:pt>
    <dgm:pt modelId="{3958FED1-E4CA-4803-A479-A67D7148AE40}" type="parTrans" cxnId="{3A97CE89-D645-48D3-B903-EABE9A9905E5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159A05CC-16F1-43E5-9213-E01B14722F0B}" type="sibTrans" cxnId="{3A97CE89-D645-48D3-B903-EABE9A9905E5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4C318E10-42BD-470E-815A-9144E1A2A144}">
      <dgm:prSet custT="1"/>
      <dgm:spPr/>
      <dgm:t>
        <a:bodyPr/>
        <a:lstStyle/>
        <a:p>
          <a:pPr algn="l"/>
          <a:r>
            <a:rPr lang="en-US" sz="1800" b="1" dirty="0"/>
            <a:t>For each run, we record:</a:t>
          </a:r>
        </a:p>
      </dgm:t>
    </dgm:pt>
    <dgm:pt modelId="{5F80992C-9355-4F29-A0DF-91D463670692}" type="parTrans" cxnId="{D480F0B2-8C55-4B1C-BC00-92625962D280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E8A9FDEB-D469-45D3-B637-DC6C61470FA2}" type="sibTrans" cxnId="{D480F0B2-8C55-4B1C-BC00-92625962D280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5BD1CDC3-8B1D-4147-B6BC-B6D9554F6771}">
      <dgm:prSet custT="1"/>
      <dgm:spPr/>
      <dgm:t>
        <a:bodyPr/>
        <a:lstStyle/>
        <a:p>
          <a:pPr algn="l"/>
          <a:r>
            <a:rPr lang="en-US" sz="1600" dirty="0"/>
            <a:t>Prompt Styles</a:t>
          </a:r>
        </a:p>
      </dgm:t>
    </dgm:pt>
    <dgm:pt modelId="{25BCB849-35FC-4615-AE56-27A195B5435E}" type="parTrans" cxnId="{FCBD9315-C536-477C-A7DB-500A00AAAA66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61C567DF-03F5-4EEE-A459-09D945AE9068}" type="sibTrans" cxnId="{FCBD9315-C536-477C-A7DB-500A00AAAA66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8212D60B-47E7-4E2C-A77B-5B2943181EB1}">
      <dgm:prSet custT="1"/>
      <dgm:spPr/>
      <dgm:t>
        <a:bodyPr/>
        <a:lstStyle/>
        <a:p>
          <a:pPr algn="l"/>
          <a:r>
            <a:rPr lang="en-US" sz="1600" dirty="0"/>
            <a:t>Input Tokens, Output Tokens</a:t>
          </a:r>
        </a:p>
      </dgm:t>
    </dgm:pt>
    <dgm:pt modelId="{8C9EF602-34F4-4EFC-9F66-041E9325ED43}" type="parTrans" cxnId="{96B990CD-605A-4FB9-9272-0231A81D751F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B33674DB-42C6-4F6B-8671-797B0963FC93}" type="sibTrans" cxnId="{96B990CD-605A-4FB9-9272-0231A81D751F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3BB53903-AA75-43B4-BA02-243EC49E91F4}">
      <dgm:prSet custT="1"/>
      <dgm:spPr/>
      <dgm:t>
        <a:bodyPr/>
        <a:lstStyle/>
        <a:p>
          <a:pPr algn="l"/>
          <a:r>
            <a:rPr lang="en-US" sz="1600" dirty="0"/>
            <a:t>Latency</a:t>
          </a:r>
        </a:p>
      </dgm:t>
    </dgm:pt>
    <dgm:pt modelId="{14A4FB76-BF5C-4B68-AB9D-E44C890E1FC3}" type="parTrans" cxnId="{B0781C29-B654-4907-807F-A752EC8FFA58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9C488D54-A7EB-452F-AC21-A3B912F57873}" type="sibTrans" cxnId="{B0781C29-B654-4907-807F-A752EC8FFA58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2C56628D-866D-4E2E-A3AB-6C11F531486C}">
      <dgm:prSet custT="1"/>
      <dgm:spPr/>
      <dgm:t>
        <a:bodyPr/>
        <a:lstStyle/>
        <a:p>
          <a:pPr algn="l"/>
          <a:r>
            <a:rPr lang="en-US" sz="1600" dirty="0"/>
            <a:t>Energy &amp; Power (via tegrastats)</a:t>
          </a:r>
        </a:p>
      </dgm:t>
    </dgm:pt>
    <dgm:pt modelId="{DCB2E0B2-523D-4244-9485-D188943B1B89}" type="parTrans" cxnId="{5578489F-FC86-43A6-AA58-6379D94D523A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4C51F0C3-3890-45F8-88DC-0AFCE16F8570}" type="sibTrans" cxnId="{5578489F-FC86-43A6-AA58-6379D94D523A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839B42DB-77C7-4F35-AF0F-A34865929E04}">
      <dgm:prSet custT="1"/>
      <dgm:spPr/>
      <dgm:t>
        <a:bodyPr/>
        <a:lstStyle/>
        <a:p>
          <a:pPr algn="l"/>
          <a:r>
            <a:rPr lang="en-US" sz="1600" dirty="0"/>
            <a:t>Datasets</a:t>
          </a:r>
        </a:p>
      </dgm:t>
    </dgm:pt>
    <dgm:pt modelId="{F6A20100-3626-4321-BAAD-675D18360382}" type="parTrans" cxnId="{8D3EC711-7F3F-4F5A-B114-D50D8818C6C2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7E0EDF37-E3D6-44B5-B668-681B7CA943E7}" type="sibTrans" cxnId="{8D3EC711-7F3F-4F5A-B114-D50D8818C6C2}">
      <dgm:prSet/>
      <dgm:spPr/>
      <dgm:t>
        <a:bodyPr/>
        <a:lstStyle/>
        <a:p>
          <a:pPr algn="l"/>
          <a:endParaRPr lang="en-US" sz="1200">
            <a:solidFill>
              <a:schemeClr val="tx1"/>
            </a:solidFill>
          </a:endParaRPr>
        </a:p>
      </dgm:t>
    </dgm:pt>
    <dgm:pt modelId="{79EBCBD5-9E3E-403F-BD35-97462D51FD37}">
      <dgm:prSet custT="1"/>
      <dgm:spPr/>
      <dgm:t>
        <a:bodyPr/>
        <a:lstStyle/>
        <a:p>
          <a:pPr algn="l"/>
          <a:r>
            <a:rPr lang="en-US" sz="1600" dirty="0"/>
            <a:t>Each Configuration executed ~60 times for statistical reliability.</a:t>
          </a:r>
        </a:p>
      </dgm:t>
    </dgm:pt>
    <dgm:pt modelId="{3783BE07-5D64-4C22-BE72-4AF53ABC3946}" type="parTrans" cxnId="{3D39AED4-E953-416C-81CB-647DD24FF48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2AB3D43-B70E-48F2-8614-75FC8E1F1E37}" type="sibTrans" cxnId="{3D39AED4-E953-416C-81CB-647DD24FF48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7C90531-8668-44D1-9DED-E75B61DED0EC}" type="pres">
      <dgm:prSet presAssocID="{F9F0142E-3A0D-4BBA-9173-65CD6F8391F0}" presName="Name0" presStyleCnt="0">
        <dgm:presLayoutVars>
          <dgm:dir/>
          <dgm:animLvl val="lvl"/>
          <dgm:resizeHandles val="exact"/>
        </dgm:presLayoutVars>
      </dgm:prSet>
      <dgm:spPr/>
    </dgm:pt>
    <dgm:pt modelId="{EB239BAA-97DC-4E5D-A672-8A727E56EEC1}" type="pres">
      <dgm:prSet presAssocID="{9F68279C-8DC5-4957-B3B2-09283A883311}" presName="composite" presStyleCnt="0"/>
      <dgm:spPr/>
    </dgm:pt>
    <dgm:pt modelId="{74E8C3BA-49D2-4D2D-9E8D-A0B5A5B02D37}" type="pres">
      <dgm:prSet presAssocID="{9F68279C-8DC5-4957-B3B2-09283A88331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E3538EF-BC28-470F-A3E2-4F62CAFAE28B}" type="pres">
      <dgm:prSet presAssocID="{9F68279C-8DC5-4957-B3B2-09283A883311}" presName="desTx" presStyleLbl="alignAccFollowNode1" presStyleIdx="0" presStyleCnt="2">
        <dgm:presLayoutVars>
          <dgm:bulletEnabled val="1"/>
        </dgm:presLayoutVars>
      </dgm:prSet>
      <dgm:spPr/>
    </dgm:pt>
    <dgm:pt modelId="{FADFD9C2-3682-4D80-B0B8-A70F8B9FFC88}" type="pres">
      <dgm:prSet presAssocID="{159A05CC-16F1-43E5-9213-E01B14722F0B}" presName="space" presStyleCnt="0"/>
      <dgm:spPr/>
    </dgm:pt>
    <dgm:pt modelId="{AD59BBEA-3BFF-4A00-9FA0-DFF60F74F49D}" type="pres">
      <dgm:prSet presAssocID="{4C318E10-42BD-470E-815A-9144E1A2A144}" presName="composite" presStyleCnt="0"/>
      <dgm:spPr/>
    </dgm:pt>
    <dgm:pt modelId="{712B068F-BE57-4337-8737-E1D01AEE8377}" type="pres">
      <dgm:prSet presAssocID="{4C318E10-42BD-470E-815A-9144E1A2A14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2CB774B-8322-4D5F-A989-256AEBDC3355}" type="pres">
      <dgm:prSet presAssocID="{4C318E10-42BD-470E-815A-9144E1A2A14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EFED50B-43CE-455F-90F6-121B34B2CFBE}" type="presOf" srcId="{3BB53903-AA75-43B4-BA02-243EC49E91F4}" destId="{D2CB774B-8322-4D5F-A989-256AEBDC3355}" srcOrd="0" destOrd="1" presId="urn:microsoft.com/office/officeart/2005/8/layout/hList1"/>
    <dgm:cxn modelId="{8D3EC711-7F3F-4F5A-B114-D50D8818C6C2}" srcId="{9F68279C-8DC5-4957-B3B2-09283A883311}" destId="{839B42DB-77C7-4F35-AF0F-A34865929E04}" srcOrd="0" destOrd="0" parTransId="{F6A20100-3626-4321-BAAD-675D18360382}" sibTransId="{7E0EDF37-E3D6-44B5-B668-681B7CA943E7}"/>
    <dgm:cxn modelId="{FCBD9315-C536-477C-A7DB-500A00AAAA66}" srcId="{9F68279C-8DC5-4957-B3B2-09283A883311}" destId="{5BD1CDC3-8B1D-4147-B6BC-B6D9554F6771}" srcOrd="1" destOrd="0" parTransId="{25BCB849-35FC-4615-AE56-27A195B5435E}" sibTransId="{61C567DF-03F5-4EEE-A459-09D945AE9068}"/>
    <dgm:cxn modelId="{B0781C29-B654-4907-807F-A752EC8FFA58}" srcId="{4C318E10-42BD-470E-815A-9144E1A2A144}" destId="{3BB53903-AA75-43B4-BA02-243EC49E91F4}" srcOrd="1" destOrd="0" parTransId="{14A4FB76-BF5C-4B68-AB9D-E44C890E1FC3}" sibTransId="{9C488D54-A7EB-452F-AC21-A3B912F57873}"/>
    <dgm:cxn modelId="{FB818A2A-EBB8-44F8-ABAC-BBD313A06807}" type="presOf" srcId="{839B42DB-77C7-4F35-AF0F-A34865929E04}" destId="{0E3538EF-BC28-470F-A3E2-4F62CAFAE28B}" srcOrd="0" destOrd="0" presId="urn:microsoft.com/office/officeart/2005/8/layout/hList1"/>
    <dgm:cxn modelId="{10FBBC4F-DC4D-410D-B9B5-EEEA7D3023EB}" type="presOf" srcId="{F9F0142E-3A0D-4BBA-9173-65CD6F8391F0}" destId="{C7C90531-8668-44D1-9DED-E75B61DED0EC}" srcOrd="0" destOrd="0" presId="urn:microsoft.com/office/officeart/2005/8/layout/hList1"/>
    <dgm:cxn modelId="{3A97CE89-D645-48D3-B903-EABE9A9905E5}" srcId="{F9F0142E-3A0D-4BBA-9173-65CD6F8391F0}" destId="{9F68279C-8DC5-4957-B3B2-09283A883311}" srcOrd="0" destOrd="0" parTransId="{3958FED1-E4CA-4803-A479-A67D7148AE40}" sibTransId="{159A05CC-16F1-43E5-9213-E01B14722F0B}"/>
    <dgm:cxn modelId="{6558AC9E-88DA-41DB-A403-30335C873F2A}" type="presOf" srcId="{4C318E10-42BD-470E-815A-9144E1A2A144}" destId="{712B068F-BE57-4337-8737-E1D01AEE8377}" srcOrd="0" destOrd="0" presId="urn:microsoft.com/office/officeart/2005/8/layout/hList1"/>
    <dgm:cxn modelId="{5578489F-FC86-43A6-AA58-6379D94D523A}" srcId="{4C318E10-42BD-470E-815A-9144E1A2A144}" destId="{2C56628D-866D-4E2E-A3AB-6C11F531486C}" srcOrd="2" destOrd="0" parTransId="{DCB2E0B2-523D-4244-9485-D188943B1B89}" sibTransId="{4C51F0C3-3890-45F8-88DC-0AFCE16F8570}"/>
    <dgm:cxn modelId="{F6E3CBAE-E5C0-4513-9A6C-A2870790D32F}" type="presOf" srcId="{2C56628D-866D-4E2E-A3AB-6C11F531486C}" destId="{D2CB774B-8322-4D5F-A989-256AEBDC3355}" srcOrd="0" destOrd="2" presId="urn:microsoft.com/office/officeart/2005/8/layout/hList1"/>
    <dgm:cxn modelId="{D480F0B2-8C55-4B1C-BC00-92625962D280}" srcId="{F9F0142E-3A0D-4BBA-9173-65CD6F8391F0}" destId="{4C318E10-42BD-470E-815A-9144E1A2A144}" srcOrd="1" destOrd="0" parTransId="{5F80992C-9355-4F29-A0DF-91D463670692}" sibTransId="{E8A9FDEB-D469-45D3-B637-DC6C61470FA2}"/>
    <dgm:cxn modelId="{96B990CD-605A-4FB9-9272-0231A81D751F}" srcId="{4C318E10-42BD-470E-815A-9144E1A2A144}" destId="{8212D60B-47E7-4E2C-A77B-5B2943181EB1}" srcOrd="0" destOrd="0" parTransId="{8C9EF602-34F4-4EFC-9F66-041E9325ED43}" sibTransId="{B33674DB-42C6-4F6B-8671-797B0963FC93}"/>
    <dgm:cxn modelId="{7B8067D3-BB62-4590-A3B4-DF8E6462E32C}" type="presOf" srcId="{79EBCBD5-9E3E-403F-BD35-97462D51FD37}" destId="{0E3538EF-BC28-470F-A3E2-4F62CAFAE28B}" srcOrd="0" destOrd="2" presId="urn:microsoft.com/office/officeart/2005/8/layout/hList1"/>
    <dgm:cxn modelId="{3D39AED4-E953-416C-81CB-647DD24FF48C}" srcId="{9F68279C-8DC5-4957-B3B2-09283A883311}" destId="{79EBCBD5-9E3E-403F-BD35-97462D51FD37}" srcOrd="2" destOrd="0" parTransId="{3783BE07-5D64-4C22-BE72-4AF53ABC3946}" sibTransId="{52AB3D43-B70E-48F2-8614-75FC8E1F1E37}"/>
    <dgm:cxn modelId="{618652D5-33C8-4C09-84CD-CE1EB94D3E14}" type="presOf" srcId="{5BD1CDC3-8B1D-4147-B6BC-B6D9554F6771}" destId="{0E3538EF-BC28-470F-A3E2-4F62CAFAE28B}" srcOrd="0" destOrd="1" presId="urn:microsoft.com/office/officeart/2005/8/layout/hList1"/>
    <dgm:cxn modelId="{251A67E6-059A-43EC-B606-CA2561D001B9}" type="presOf" srcId="{8212D60B-47E7-4E2C-A77B-5B2943181EB1}" destId="{D2CB774B-8322-4D5F-A989-256AEBDC3355}" srcOrd="0" destOrd="0" presId="urn:microsoft.com/office/officeart/2005/8/layout/hList1"/>
    <dgm:cxn modelId="{149EABE6-9029-4C25-8083-BC7440CF1A0B}" type="presOf" srcId="{9F68279C-8DC5-4957-B3B2-09283A883311}" destId="{74E8C3BA-49D2-4D2D-9E8D-A0B5A5B02D37}" srcOrd="0" destOrd="0" presId="urn:microsoft.com/office/officeart/2005/8/layout/hList1"/>
    <dgm:cxn modelId="{29D1FED9-03A4-44B3-B5C8-2BA0BC7918E8}" type="presParOf" srcId="{C7C90531-8668-44D1-9DED-E75B61DED0EC}" destId="{EB239BAA-97DC-4E5D-A672-8A727E56EEC1}" srcOrd="0" destOrd="0" presId="urn:microsoft.com/office/officeart/2005/8/layout/hList1"/>
    <dgm:cxn modelId="{6195309D-D500-4FF1-8D92-D6DF16F6598F}" type="presParOf" srcId="{EB239BAA-97DC-4E5D-A672-8A727E56EEC1}" destId="{74E8C3BA-49D2-4D2D-9E8D-A0B5A5B02D37}" srcOrd="0" destOrd="0" presId="urn:microsoft.com/office/officeart/2005/8/layout/hList1"/>
    <dgm:cxn modelId="{AAFDD50F-3B26-4586-AC63-F146E13A13EA}" type="presParOf" srcId="{EB239BAA-97DC-4E5D-A672-8A727E56EEC1}" destId="{0E3538EF-BC28-470F-A3E2-4F62CAFAE28B}" srcOrd="1" destOrd="0" presId="urn:microsoft.com/office/officeart/2005/8/layout/hList1"/>
    <dgm:cxn modelId="{73917F8B-B6A7-4C99-904D-16E02FCED403}" type="presParOf" srcId="{C7C90531-8668-44D1-9DED-E75B61DED0EC}" destId="{FADFD9C2-3682-4D80-B0B8-A70F8B9FFC88}" srcOrd="1" destOrd="0" presId="urn:microsoft.com/office/officeart/2005/8/layout/hList1"/>
    <dgm:cxn modelId="{D26D7E80-2EAB-4242-8B06-821E6E0E5742}" type="presParOf" srcId="{C7C90531-8668-44D1-9DED-E75B61DED0EC}" destId="{AD59BBEA-3BFF-4A00-9FA0-DFF60F74F49D}" srcOrd="2" destOrd="0" presId="urn:microsoft.com/office/officeart/2005/8/layout/hList1"/>
    <dgm:cxn modelId="{D02A85DE-8F44-4898-AA52-5BFA1E779DFE}" type="presParOf" srcId="{AD59BBEA-3BFF-4A00-9FA0-DFF60F74F49D}" destId="{712B068F-BE57-4337-8737-E1D01AEE8377}" srcOrd="0" destOrd="0" presId="urn:microsoft.com/office/officeart/2005/8/layout/hList1"/>
    <dgm:cxn modelId="{68A1239B-5C9D-4BF1-83DC-2681C1AFAF0B}" type="presParOf" srcId="{AD59BBEA-3BFF-4A00-9FA0-DFF60F74F49D}" destId="{D2CB774B-8322-4D5F-A989-256AEBDC3355}" srcOrd="1" destOrd="0" presId="urn:microsoft.com/office/officeart/2005/8/layout/hList1"/>
  </dgm:cxnLst>
  <dgm:bg>
    <a:solidFill>
      <a:schemeClr val="bg1"/>
    </a:solidFill>
  </dgm:bg>
  <dgm:whole>
    <a:ln>
      <a:solidFill>
        <a:schemeClr val="bg1">
          <a:lumMod val="85000"/>
          <a:lumOff val="15000"/>
        </a:schemeClr>
      </a:solidFill>
    </a:ln>
  </dgm:whole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617986-97D9-49C5-8D1C-BD99DCF8CBF1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5ABE9E8-2EFA-4489-ADB7-7533A2D915CC}">
      <dgm:prSet/>
      <dgm:spPr/>
      <dgm:t>
        <a:bodyPr/>
        <a:lstStyle/>
        <a:p>
          <a:r>
            <a:rPr lang="en-US" b="1" dirty="0"/>
            <a:t>Initial hypothesis was that prompt style would affect energy directly.</a:t>
          </a:r>
        </a:p>
      </dgm:t>
    </dgm:pt>
    <dgm:pt modelId="{F6A82B2E-F873-456A-AC47-BF8EC204ED76}" type="parTrans" cxnId="{59480B9C-E6C0-44C3-B43B-C916CE4B18C9}">
      <dgm:prSet/>
      <dgm:spPr/>
      <dgm:t>
        <a:bodyPr/>
        <a:lstStyle/>
        <a:p>
          <a:endParaRPr lang="en-US" b="1"/>
        </a:p>
      </dgm:t>
    </dgm:pt>
    <dgm:pt modelId="{A85E591C-2D43-471E-A21B-BA75A7717B0B}" type="sibTrans" cxnId="{59480B9C-E6C0-44C3-B43B-C916CE4B18C9}">
      <dgm:prSet/>
      <dgm:spPr/>
      <dgm:t>
        <a:bodyPr/>
        <a:lstStyle/>
        <a:p>
          <a:endParaRPr lang="en-US" b="1"/>
        </a:p>
      </dgm:t>
    </dgm:pt>
    <dgm:pt modelId="{F8E02B61-4F6B-42FF-8FE1-CC071E08C976}">
      <dgm:prSet/>
      <dgm:spPr/>
      <dgm:t>
        <a:bodyPr/>
        <a:lstStyle/>
        <a:p>
          <a:r>
            <a:rPr lang="en-US" b="1"/>
            <a:t>But from the analysis and results we can observe, it is more of an indirect relation.</a:t>
          </a:r>
        </a:p>
      </dgm:t>
    </dgm:pt>
    <dgm:pt modelId="{DE47E62A-F920-4793-B10F-1D82CFC71DE0}" type="parTrans" cxnId="{10EC871E-51A2-4F79-99E8-309B6A62BF13}">
      <dgm:prSet/>
      <dgm:spPr/>
      <dgm:t>
        <a:bodyPr/>
        <a:lstStyle/>
        <a:p>
          <a:endParaRPr lang="en-US" b="1"/>
        </a:p>
      </dgm:t>
    </dgm:pt>
    <dgm:pt modelId="{1DFDE877-0DF7-4320-8FB5-9CC504A2709D}" type="sibTrans" cxnId="{10EC871E-51A2-4F79-99E8-309B6A62BF13}">
      <dgm:prSet/>
      <dgm:spPr/>
      <dgm:t>
        <a:bodyPr/>
        <a:lstStyle/>
        <a:p>
          <a:endParaRPr lang="en-US" b="1"/>
        </a:p>
      </dgm:t>
    </dgm:pt>
    <dgm:pt modelId="{F09DFBF4-6437-4857-ACB4-13CC87398A22}">
      <dgm:prSet/>
      <dgm:spPr/>
      <dgm:t>
        <a:bodyPr/>
        <a:lstStyle/>
        <a:p>
          <a:r>
            <a:rPr lang="en-US" b="1"/>
            <a:t>Prompt style changes how much output the model generates.</a:t>
          </a:r>
        </a:p>
      </dgm:t>
    </dgm:pt>
    <dgm:pt modelId="{A3BE87C6-FC30-49DD-9454-69E5FC00F0B7}" type="parTrans" cxnId="{4C3721F2-9397-437D-92BE-759DBE235F21}">
      <dgm:prSet/>
      <dgm:spPr/>
      <dgm:t>
        <a:bodyPr/>
        <a:lstStyle/>
        <a:p>
          <a:endParaRPr lang="en-US" b="1"/>
        </a:p>
      </dgm:t>
    </dgm:pt>
    <dgm:pt modelId="{2D7C5B21-191D-4399-9E6E-5E059F034234}" type="sibTrans" cxnId="{4C3721F2-9397-437D-92BE-759DBE235F21}">
      <dgm:prSet/>
      <dgm:spPr/>
      <dgm:t>
        <a:bodyPr/>
        <a:lstStyle/>
        <a:p>
          <a:endParaRPr lang="en-US" b="1"/>
        </a:p>
      </dgm:t>
    </dgm:pt>
    <dgm:pt modelId="{B3039421-5D37-4383-8B52-E4D6F5FE797B}">
      <dgm:prSet/>
      <dgm:spPr/>
      <dgm:t>
        <a:bodyPr/>
        <a:lstStyle/>
        <a:p>
          <a:r>
            <a:rPr lang="en-US" b="1"/>
            <a:t>Long responses produce more output tokens.</a:t>
          </a:r>
        </a:p>
      </dgm:t>
    </dgm:pt>
    <dgm:pt modelId="{617C22D2-00B7-4534-836E-89E95DE95EB3}" type="parTrans" cxnId="{8BC06D04-C4E3-49E0-85BD-D92A2DAAD37C}">
      <dgm:prSet/>
      <dgm:spPr/>
      <dgm:t>
        <a:bodyPr/>
        <a:lstStyle/>
        <a:p>
          <a:endParaRPr lang="en-US" b="1"/>
        </a:p>
      </dgm:t>
    </dgm:pt>
    <dgm:pt modelId="{B38505E2-1434-45B6-9C47-C9B018737D29}" type="sibTrans" cxnId="{8BC06D04-C4E3-49E0-85BD-D92A2DAAD37C}">
      <dgm:prSet/>
      <dgm:spPr/>
      <dgm:t>
        <a:bodyPr/>
        <a:lstStyle/>
        <a:p>
          <a:endParaRPr lang="en-US" b="1"/>
        </a:p>
      </dgm:t>
    </dgm:pt>
    <dgm:pt modelId="{F0067334-7AB3-4FD4-AA6F-9F0BBB829BBB}">
      <dgm:prSet/>
      <dgm:spPr/>
      <dgm:t>
        <a:bodyPr/>
        <a:lstStyle/>
        <a:p>
          <a:r>
            <a:rPr lang="en-US" b="1"/>
            <a:t>And more output tokens increase the latency and computation.</a:t>
          </a:r>
        </a:p>
      </dgm:t>
    </dgm:pt>
    <dgm:pt modelId="{935AA07D-ACAF-4E7E-912A-522FDDD8BF45}" type="parTrans" cxnId="{A97AE786-1B25-4070-B7D3-87497C0C9A96}">
      <dgm:prSet/>
      <dgm:spPr/>
      <dgm:t>
        <a:bodyPr/>
        <a:lstStyle/>
        <a:p>
          <a:endParaRPr lang="en-US" b="1"/>
        </a:p>
      </dgm:t>
    </dgm:pt>
    <dgm:pt modelId="{388EDA12-8442-40DB-8EE8-2B43A9F34734}" type="sibTrans" cxnId="{A97AE786-1B25-4070-B7D3-87497C0C9A96}">
      <dgm:prSet/>
      <dgm:spPr/>
      <dgm:t>
        <a:bodyPr/>
        <a:lstStyle/>
        <a:p>
          <a:endParaRPr lang="en-US" b="1"/>
        </a:p>
      </dgm:t>
    </dgm:pt>
    <dgm:pt modelId="{9037109C-E3FF-4418-9215-0F890011C8AE}">
      <dgm:prSet/>
      <dgm:spPr/>
      <dgm:t>
        <a:bodyPr/>
        <a:lstStyle/>
        <a:p>
          <a:r>
            <a:rPr lang="en-US" b="1"/>
            <a:t>Higher latency leads to higher energy consumption.</a:t>
          </a:r>
        </a:p>
      </dgm:t>
    </dgm:pt>
    <dgm:pt modelId="{90C49374-1709-471E-AA86-93A019C0C9F8}" type="parTrans" cxnId="{7DAD4417-F8AC-428E-A64E-4F1D1508B186}">
      <dgm:prSet/>
      <dgm:spPr/>
      <dgm:t>
        <a:bodyPr/>
        <a:lstStyle/>
        <a:p>
          <a:endParaRPr lang="en-US" b="1"/>
        </a:p>
      </dgm:t>
    </dgm:pt>
    <dgm:pt modelId="{3DF2AECD-6E5A-4BB6-9BAE-8E7A9BFD6B46}" type="sibTrans" cxnId="{7DAD4417-F8AC-428E-A64E-4F1D1508B186}">
      <dgm:prSet/>
      <dgm:spPr/>
      <dgm:t>
        <a:bodyPr/>
        <a:lstStyle/>
        <a:p>
          <a:endParaRPr lang="en-US" b="1"/>
        </a:p>
      </dgm:t>
    </dgm:pt>
    <dgm:pt modelId="{D13E0DBB-91E1-4319-A0EA-2C4A8DB95F3F}">
      <dgm:prSet/>
      <dgm:spPr/>
      <dgm:t>
        <a:bodyPr/>
        <a:lstStyle/>
        <a:p>
          <a:r>
            <a:rPr lang="en-US" b="1"/>
            <a:t>So prompt style affects energy indirectly through output length and runtime.</a:t>
          </a:r>
        </a:p>
      </dgm:t>
    </dgm:pt>
    <dgm:pt modelId="{3C88243E-F347-4695-AA6F-E65D9EA7C6C9}" type="parTrans" cxnId="{5BF885A3-4029-4AAE-9048-6D36DE8EFBAB}">
      <dgm:prSet/>
      <dgm:spPr/>
      <dgm:t>
        <a:bodyPr/>
        <a:lstStyle/>
        <a:p>
          <a:endParaRPr lang="en-US" b="1"/>
        </a:p>
      </dgm:t>
    </dgm:pt>
    <dgm:pt modelId="{A1F13EAE-B148-4FA1-9C0E-02C48FDEBCE7}" type="sibTrans" cxnId="{5BF885A3-4029-4AAE-9048-6D36DE8EFBAB}">
      <dgm:prSet/>
      <dgm:spPr/>
      <dgm:t>
        <a:bodyPr/>
        <a:lstStyle/>
        <a:p>
          <a:endParaRPr lang="en-US" b="1"/>
        </a:p>
      </dgm:t>
    </dgm:pt>
    <dgm:pt modelId="{488B88E2-73FE-4DE6-A04B-3164C361A6C9}" type="pres">
      <dgm:prSet presAssocID="{8D617986-97D9-49C5-8D1C-BD99DCF8CBF1}" presName="Name0" presStyleCnt="0">
        <dgm:presLayoutVars>
          <dgm:dir/>
          <dgm:resizeHandles val="exact"/>
        </dgm:presLayoutVars>
      </dgm:prSet>
      <dgm:spPr/>
    </dgm:pt>
    <dgm:pt modelId="{80FCA475-7A63-490B-A271-E204E34694E0}" type="pres">
      <dgm:prSet presAssocID="{8D617986-97D9-49C5-8D1C-BD99DCF8CBF1}" presName="arrow" presStyleLbl="bgShp" presStyleIdx="0" presStyleCnt="1"/>
      <dgm:spPr/>
    </dgm:pt>
    <dgm:pt modelId="{AC9025EE-4BE2-45F7-98CA-4BDB889F3619}" type="pres">
      <dgm:prSet presAssocID="{8D617986-97D9-49C5-8D1C-BD99DCF8CBF1}" presName="points" presStyleCnt="0"/>
      <dgm:spPr/>
    </dgm:pt>
    <dgm:pt modelId="{16FE7170-C6EB-415F-8492-632F6838B59A}" type="pres">
      <dgm:prSet presAssocID="{D5ABE9E8-2EFA-4489-ADB7-7533A2D915CC}" presName="compositeA" presStyleCnt="0"/>
      <dgm:spPr/>
    </dgm:pt>
    <dgm:pt modelId="{BF476253-318E-4AF5-8A2D-57265FEF33B8}" type="pres">
      <dgm:prSet presAssocID="{D5ABE9E8-2EFA-4489-ADB7-7533A2D915CC}" presName="textA" presStyleLbl="revTx" presStyleIdx="0" presStyleCnt="7">
        <dgm:presLayoutVars>
          <dgm:bulletEnabled val="1"/>
        </dgm:presLayoutVars>
      </dgm:prSet>
      <dgm:spPr/>
    </dgm:pt>
    <dgm:pt modelId="{0D0001A5-E049-45CC-AA66-32B317AAFD00}" type="pres">
      <dgm:prSet presAssocID="{D5ABE9E8-2EFA-4489-ADB7-7533A2D915CC}" presName="circleA" presStyleLbl="node1" presStyleIdx="0" presStyleCnt="7"/>
      <dgm:spPr>
        <a:solidFill>
          <a:schemeClr val="tx1"/>
        </a:solidFill>
      </dgm:spPr>
    </dgm:pt>
    <dgm:pt modelId="{A6515C11-7F9A-4729-A388-9F041C886BC6}" type="pres">
      <dgm:prSet presAssocID="{D5ABE9E8-2EFA-4489-ADB7-7533A2D915CC}" presName="spaceA" presStyleCnt="0"/>
      <dgm:spPr/>
    </dgm:pt>
    <dgm:pt modelId="{69B9E92F-F1A7-47D2-A35F-5F087C7ABBB1}" type="pres">
      <dgm:prSet presAssocID="{A85E591C-2D43-471E-A21B-BA75A7717B0B}" presName="space" presStyleCnt="0"/>
      <dgm:spPr/>
    </dgm:pt>
    <dgm:pt modelId="{C1A2911E-8DEE-4302-9382-C575262F1257}" type="pres">
      <dgm:prSet presAssocID="{F8E02B61-4F6B-42FF-8FE1-CC071E08C976}" presName="compositeB" presStyleCnt="0"/>
      <dgm:spPr/>
    </dgm:pt>
    <dgm:pt modelId="{5089231C-012B-42AD-98F6-2D7310F61A68}" type="pres">
      <dgm:prSet presAssocID="{F8E02B61-4F6B-42FF-8FE1-CC071E08C976}" presName="textB" presStyleLbl="revTx" presStyleIdx="1" presStyleCnt="7">
        <dgm:presLayoutVars>
          <dgm:bulletEnabled val="1"/>
        </dgm:presLayoutVars>
      </dgm:prSet>
      <dgm:spPr/>
    </dgm:pt>
    <dgm:pt modelId="{E9A9E7EE-DF98-4F87-8AFC-0E41A3595D73}" type="pres">
      <dgm:prSet presAssocID="{F8E02B61-4F6B-42FF-8FE1-CC071E08C976}" presName="circleB" presStyleLbl="node1" presStyleIdx="1" presStyleCnt="7"/>
      <dgm:spPr>
        <a:solidFill>
          <a:schemeClr val="tx1"/>
        </a:solidFill>
      </dgm:spPr>
    </dgm:pt>
    <dgm:pt modelId="{BF99D8FC-53C2-47BC-824E-5BF743785954}" type="pres">
      <dgm:prSet presAssocID="{F8E02B61-4F6B-42FF-8FE1-CC071E08C976}" presName="spaceB" presStyleCnt="0"/>
      <dgm:spPr/>
    </dgm:pt>
    <dgm:pt modelId="{96FEFA50-FB19-4DB7-9DD4-E2412694AEED}" type="pres">
      <dgm:prSet presAssocID="{1DFDE877-0DF7-4320-8FB5-9CC504A2709D}" presName="space" presStyleCnt="0"/>
      <dgm:spPr/>
    </dgm:pt>
    <dgm:pt modelId="{767EA5BA-4B54-4C65-9A06-BB797AA69DBE}" type="pres">
      <dgm:prSet presAssocID="{F09DFBF4-6437-4857-ACB4-13CC87398A22}" presName="compositeA" presStyleCnt="0"/>
      <dgm:spPr/>
    </dgm:pt>
    <dgm:pt modelId="{51B70EA3-2167-43B5-BCDC-DB5F71C2FFC4}" type="pres">
      <dgm:prSet presAssocID="{F09DFBF4-6437-4857-ACB4-13CC87398A22}" presName="textA" presStyleLbl="revTx" presStyleIdx="2" presStyleCnt="7">
        <dgm:presLayoutVars>
          <dgm:bulletEnabled val="1"/>
        </dgm:presLayoutVars>
      </dgm:prSet>
      <dgm:spPr/>
    </dgm:pt>
    <dgm:pt modelId="{2E447BBF-9067-441D-8B9E-903F74A53304}" type="pres">
      <dgm:prSet presAssocID="{F09DFBF4-6437-4857-ACB4-13CC87398A22}" presName="circleA" presStyleLbl="node1" presStyleIdx="2" presStyleCnt="7"/>
      <dgm:spPr>
        <a:solidFill>
          <a:schemeClr val="tx1"/>
        </a:solidFill>
      </dgm:spPr>
    </dgm:pt>
    <dgm:pt modelId="{A902A7A5-D3DA-4524-AD77-282E49EB733D}" type="pres">
      <dgm:prSet presAssocID="{F09DFBF4-6437-4857-ACB4-13CC87398A22}" presName="spaceA" presStyleCnt="0"/>
      <dgm:spPr/>
    </dgm:pt>
    <dgm:pt modelId="{6594644B-63D7-41BA-AB0A-159F9D5BABC1}" type="pres">
      <dgm:prSet presAssocID="{2D7C5B21-191D-4399-9E6E-5E059F034234}" presName="space" presStyleCnt="0"/>
      <dgm:spPr/>
    </dgm:pt>
    <dgm:pt modelId="{764168C7-6988-496D-89D7-641C3B8ADF10}" type="pres">
      <dgm:prSet presAssocID="{B3039421-5D37-4383-8B52-E4D6F5FE797B}" presName="compositeB" presStyleCnt="0"/>
      <dgm:spPr/>
    </dgm:pt>
    <dgm:pt modelId="{B89B8C3D-9584-46E7-92BE-603BE38F319B}" type="pres">
      <dgm:prSet presAssocID="{B3039421-5D37-4383-8B52-E4D6F5FE797B}" presName="textB" presStyleLbl="revTx" presStyleIdx="3" presStyleCnt="7">
        <dgm:presLayoutVars>
          <dgm:bulletEnabled val="1"/>
        </dgm:presLayoutVars>
      </dgm:prSet>
      <dgm:spPr/>
    </dgm:pt>
    <dgm:pt modelId="{A57CE27B-0A40-4CB0-A631-91A990B41688}" type="pres">
      <dgm:prSet presAssocID="{B3039421-5D37-4383-8B52-E4D6F5FE797B}" presName="circleB" presStyleLbl="node1" presStyleIdx="3" presStyleCnt="7"/>
      <dgm:spPr>
        <a:solidFill>
          <a:schemeClr val="tx1"/>
        </a:solidFill>
      </dgm:spPr>
    </dgm:pt>
    <dgm:pt modelId="{06413343-D5C2-41A0-AEBB-065E014A4585}" type="pres">
      <dgm:prSet presAssocID="{B3039421-5D37-4383-8B52-E4D6F5FE797B}" presName="spaceB" presStyleCnt="0"/>
      <dgm:spPr/>
    </dgm:pt>
    <dgm:pt modelId="{E9B3E79A-4477-4EA7-BD20-90305238209D}" type="pres">
      <dgm:prSet presAssocID="{B38505E2-1434-45B6-9C47-C9B018737D29}" presName="space" presStyleCnt="0"/>
      <dgm:spPr/>
    </dgm:pt>
    <dgm:pt modelId="{1A903CD1-691D-42F6-9BD7-68B9C4FBB2A1}" type="pres">
      <dgm:prSet presAssocID="{F0067334-7AB3-4FD4-AA6F-9F0BBB829BBB}" presName="compositeA" presStyleCnt="0"/>
      <dgm:spPr/>
    </dgm:pt>
    <dgm:pt modelId="{A7315973-6F84-4E5D-89C8-549573AAD91F}" type="pres">
      <dgm:prSet presAssocID="{F0067334-7AB3-4FD4-AA6F-9F0BBB829BBB}" presName="textA" presStyleLbl="revTx" presStyleIdx="4" presStyleCnt="7">
        <dgm:presLayoutVars>
          <dgm:bulletEnabled val="1"/>
        </dgm:presLayoutVars>
      </dgm:prSet>
      <dgm:spPr/>
    </dgm:pt>
    <dgm:pt modelId="{A9D01B26-4ABF-4AEB-BACF-919E56775D89}" type="pres">
      <dgm:prSet presAssocID="{F0067334-7AB3-4FD4-AA6F-9F0BBB829BBB}" presName="circleA" presStyleLbl="node1" presStyleIdx="4" presStyleCnt="7"/>
      <dgm:spPr>
        <a:solidFill>
          <a:schemeClr val="tx1"/>
        </a:solidFill>
      </dgm:spPr>
    </dgm:pt>
    <dgm:pt modelId="{321606BD-B303-48F1-8F16-86002CA96B83}" type="pres">
      <dgm:prSet presAssocID="{F0067334-7AB3-4FD4-AA6F-9F0BBB829BBB}" presName="spaceA" presStyleCnt="0"/>
      <dgm:spPr/>
    </dgm:pt>
    <dgm:pt modelId="{DE2F23F4-F3E5-41EF-A588-7EC1F5E1D6ED}" type="pres">
      <dgm:prSet presAssocID="{388EDA12-8442-40DB-8EE8-2B43A9F34734}" presName="space" presStyleCnt="0"/>
      <dgm:spPr/>
    </dgm:pt>
    <dgm:pt modelId="{5E530CA7-EB33-41E8-894E-F56FFE5286F3}" type="pres">
      <dgm:prSet presAssocID="{9037109C-E3FF-4418-9215-0F890011C8AE}" presName="compositeB" presStyleCnt="0"/>
      <dgm:spPr/>
    </dgm:pt>
    <dgm:pt modelId="{54BA4868-783F-4343-AB33-6CFF05957A6E}" type="pres">
      <dgm:prSet presAssocID="{9037109C-E3FF-4418-9215-0F890011C8AE}" presName="textB" presStyleLbl="revTx" presStyleIdx="5" presStyleCnt="7">
        <dgm:presLayoutVars>
          <dgm:bulletEnabled val="1"/>
        </dgm:presLayoutVars>
      </dgm:prSet>
      <dgm:spPr/>
    </dgm:pt>
    <dgm:pt modelId="{E9D53755-859D-4187-87CD-0F290EF63B96}" type="pres">
      <dgm:prSet presAssocID="{9037109C-E3FF-4418-9215-0F890011C8AE}" presName="circleB" presStyleLbl="node1" presStyleIdx="5" presStyleCnt="7"/>
      <dgm:spPr>
        <a:solidFill>
          <a:schemeClr val="tx1"/>
        </a:solidFill>
      </dgm:spPr>
    </dgm:pt>
    <dgm:pt modelId="{495634A0-E480-4C99-8F2A-DC6534A4E03E}" type="pres">
      <dgm:prSet presAssocID="{9037109C-E3FF-4418-9215-0F890011C8AE}" presName="spaceB" presStyleCnt="0"/>
      <dgm:spPr/>
    </dgm:pt>
    <dgm:pt modelId="{6B731A22-8FD3-4F58-8C94-707776E05685}" type="pres">
      <dgm:prSet presAssocID="{3DF2AECD-6E5A-4BB6-9BAE-8E7A9BFD6B46}" presName="space" presStyleCnt="0"/>
      <dgm:spPr/>
    </dgm:pt>
    <dgm:pt modelId="{18E5BC7D-6B1A-4617-9C25-CCE31EF197EA}" type="pres">
      <dgm:prSet presAssocID="{D13E0DBB-91E1-4319-A0EA-2C4A8DB95F3F}" presName="compositeA" presStyleCnt="0"/>
      <dgm:spPr/>
    </dgm:pt>
    <dgm:pt modelId="{73892521-ED63-4CCF-9F9D-808ED0A13A88}" type="pres">
      <dgm:prSet presAssocID="{D13E0DBB-91E1-4319-A0EA-2C4A8DB95F3F}" presName="textA" presStyleLbl="revTx" presStyleIdx="6" presStyleCnt="7">
        <dgm:presLayoutVars>
          <dgm:bulletEnabled val="1"/>
        </dgm:presLayoutVars>
      </dgm:prSet>
      <dgm:spPr/>
    </dgm:pt>
    <dgm:pt modelId="{86D7E21A-7C7F-4262-8CE9-72FCFDE05077}" type="pres">
      <dgm:prSet presAssocID="{D13E0DBB-91E1-4319-A0EA-2C4A8DB95F3F}" presName="circleA" presStyleLbl="node1" presStyleIdx="6" presStyleCnt="7"/>
      <dgm:spPr>
        <a:solidFill>
          <a:schemeClr val="tx1"/>
        </a:solidFill>
      </dgm:spPr>
    </dgm:pt>
    <dgm:pt modelId="{A0699022-F298-43C4-96B0-4BCC6CEBE32A}" type="pres">
      <dgm:prSet presAssocID="{D13E0DBB-91E1-4319-A0EA-2C4A8DB95F3F}" presName="spaceA" presStyleCnt="0"/>
      <dgm:spPr/>
    </dgm:pt>
  </dgm:ptLst>
  <dgm:cxnLst>
    <dgm:cxn modelId="{8BC06D04-C4E3-49E0-85BD-D92A2DAAD37C}" srcId="{8D617986-97D9-49C5-8D1C-BD99DCF8CBF1}" destId="{B3039421-5D37-4383-8B52-E4D6F5FE797B}" srcOrd="3" destOrd="0" parTransId="{617C22D2-00B7-4534-836E-89E95DE95EB3}" sibTransId="{B38505E2-1434-45B6-9C47-C9B018737D29}"/>
    <dgm:cxn modelId="{7DAD4417-F8AC-428E-A64E-4F1D1508B186}" srcId="{8D617986-97D9-49C5-8D1C-BD99DCF8CBF1}" destId="{9037109C-E3FF-4418-9215-0F890011C8AE}" srcOrd="5" destOrd="0" parTransId="{90C49374-1709-471E-AA86-93A019C0C9F8}" sibTransId="{3DF2AECD-6E5A-4BB6-9BAE-8E7A9BFD6B46}"/>
    <dgm:cxn modelId="{10EC871E-51A2-4F79-99E8-309B6A62BF13}" srcId="{8D617986-97D9-49C5-8D1C-BD99DCF8CBF1}" destId="{F8E02B61-4F6B-42FF-8FE1-CC071E08C976}" srcOrd="1" destOrd="0" parTransId="{DE47E62A-F920-4793-B10F-1D82CFC71DE0}" sibTransId="{1DFDE877-0DF7-4320-8FB5-9CC504A2709D}"/>
    <dgm:cxn modelId="{2F259D2A-A5D0-4134-A4B4-5037F7964C53}" type="presOf" srcId="{F0067334-7AB3-4FD4-AA6F-9F0BBB829BBB}" destId="{A7315973-6F84-4E5D-89C8-549573AAD91F}" srcOrd="0" destOrd="0" presId="urn:microsoft.com/office/officeart/2005/8/layout/hProcess11"/>
    <dgm:cxn modelId="{27BF6844-AA9F-49DD-9F54-30846268A741}" type="presOf" srcId="{F8E02B61-4F6B-42FF-8FE1-CC071E08C976}" destId="{5089231C-012B-42AD-98F6-2D7310F61A68}" srcOrd="0" destOrd="0" presId="urn:microsoft.com/office/officeart/2005/8/layout/hProcess11"/>
    <dgm:cxn modelId="{582E6968-0E87-4390-B2F5-DA2E45ADE12C}" type="presOf" srcId="{8D617986-97D9-49C5-8D1C-BD99DCF8CBF1}" destId="{488B88E2-73FE-4DE6-A04B-3164C361A6C9}" srcOrd="0" destOrd="0" presId="urn:microsoft.com/office/officeart/2005/8/layout/hProcess11"/>
    <dgm:cxn modelId="{D5C2CF73-D7E9-40FB-9250-A411ABD3659F}" type="presOf" srcId="{D5ABE9E8-2EFA-4489-ADB7-7533A2D915CC}" destId="{BF476253-318E-4AF5-8A2D-57265FEF33B8}" srcOrd="0" destOrd="0" presId="urn:microsoft.com/office/officeart/2005/8/layout/hProcess11"/>
    <dgm:cxn modelId="{AC73F975-C75C-4CCD-B51F-8177BA58CEA8}" type="presOf" srcId="{D13E0DBB-91E1-4319-A0EA-2C4A8DB95F3F}" destId="{73892521-ED63-4CCF-9F9D-808ED0A13A88}" srcOrd="0" destOrd="0" presId="urn:microsoft.com/office/officeart/2005/8/layout/hProcess11"/>
    <dgm:cxn modelId="{A97AE786-1B25-4070-B7D3-87497C0C9A96}" srcId="{8D617986-97D9-49C5-8D1C-BD99DCF8CBF1}" destId="{F0067334-7AB3-4FD4-AA6F-9F0BBB829BBB}" srcOrd="4" destOrd="0" parTransId="{935AA07D-ACAF-4E7E-912A-522FDDD8BF45}" sibTransId="{388EDA12-8442-40DB-8EE8-2B43A9F34734}"/>
    <dgm:cxn modelId="{8B082696-09D0-458A-B173-FF7A834EBCCA}" type="presOf" srcId="{B3039421-5D37-4383-8B52-E4D6F5FE797B}" destId="{B89B8C3D-9584-46E7-92BE-603BE38F319B}" srcOrd="0" destOrd="0" presId="urn:microsoft.com/office/officeart/2005/8/layout/hProcess11"/>
    <dgm:cxn modelId="{97DC789B-AF36-4BBA-93F6-E8B55BD49F89}" type="presOf" srcId="{F09DFBF4-6437-4857-ACB4-13CC87398A22}" destId="{51B70EA3-2167-43B5-BCDC-DB5F71C2FFC4}" srcOrd="0" destOrd="0" presId="urn:microsoft.com/office/officeart/2005/8/layout/hProcess11"/>
    <dgm:cxn modelId="{59480B9C-E6C0-44C3-B43B-C916CE4B18C9}" srcId="{8D617986-97D9-49C5-8D1C-BD99DCF8CBF1}" destId="{D5ABE9E8-2EFA-4489-ADB7-7533A2D915CC}" srcOrd="0" destOrd="0" parTransId="{F6A82B2E-F873-456A-AC47-BF8EC204ED76}" sibTransId="{A85E591C-2D43-471E-A21B-BA75A7717B0B}"/>
    <dgm:cxn modelId="{5BF885A3-4029-4AAE-9048-6D36DE8EFBAB}" srcId="{8D617986-97D9-49C5-8D1C-BD99DCF8CBF1}" destId="{D13E0DBB-91E1-4319-A0EA-2C4A8DB95F3F}" srcOrd="6" destOrd="0" parTransId="{3C88243E-F347-4695-AA6F-E65D9EA7C6C9}" sibTransId="{A1F13EAE-B148-4FA1-9C0E-02C48FDEBCE7}"/>
    <dgm:cxn modelId="{2ADBA6CD-00A2-4437-849C-F71DD371B8D3}" type="presOf" srcId="{9037109C-E3FF-4418-9215-0F890011C8AE}" destId="{54BA4868-783F-4343-AB33-6CFF05957A6E}" srcOrd="0" destOrd="0" presId="urn:microsoft.com/office/officeart/2005/8/layout/hProcess11"/>
    <dgm:cxn modelId="{4C3721F2-9397-437D-92BE-759DBE235F21}" srcId="{8D617986-97D9-49C5-8D1C-BD99DCF8CBF1}" destId="{F09DFBF4-6437-4857-ACB4-13CC87398A22}" srcOrd="2" destOrd="0" parTransId="{A3BE87C6-FC30-49DD-9454-69E5FC00F0B7}" sibTransId="{2D7C5B21-191D-4399-9E6E-5E059F034234}"/>
    <dgm:cxn modelId="{863D3B13-EF8A-4113-9CBE-00119AA1A506}" type="presParOf" srcId="{488B88E2-73FE-4DE6-A04B-3164C361A6C9}" destId="{80FCA475-7A63-490B-A271-E204E34694E0}" srcOrd="0" destOrd="0" presId="urn:microsoft.com/office/officeart/2005/8/layout/hProcess11"/>
    <dgm:cxn modelId="{773A938F-9B6A-44B1-8E56-2B351AC98B04}" type="presParOf" srcId="{488B88E2-73FE-4DE6-A04B-3164C361A6C9}" destId="{AC9025EE-4BE2-45F7-98CA-4BDB889F3619}" srcOrd="1" destOrd="0" presId="urn:microsoft.com/office/officeart/2005/8/layout/hProcess11"/>
    <dgm:cxn modelId="{8113B1CF-0E87-4E18-85EA-CE1C3C273ADB}" type="presParOf" srcId="{AC9025EE-4BE2-45F7-98CA-4BDB889F3619}" destId="{16FE7170-C6EB-415F-8492-632F6838B59A}" srcOrd="0" destOrd="0" presId="urn:microsoft.com/office/officeart/2005/8/layout/hProcess11"/>
    <dgm:cxn modelId="{77807189-3795-4809-95C1-2DC998320951}" type="presParOf" srcId="{16FE7170-C6EB-415F-8492-632F6838B59A}" destId="{BF476253-318E-4AF5-8A2D-57265FEF33B8}" srcOrd="0" destOrd="0" presId="urn:microsoft.com/office/officeart/2005/8/layout/hProcess11"/>
    <dgm:cxn modelId="{1A02B214-EF45-4CAA-81FD-C410FEECCA58}" type="presParOf" srcId="{16FE7170-C6EB-415F-8492-632F6838B59A}" destId="{0D0001A5-E049-45CC-AA66-32B317AAFD00}" srcOrd="1" destOrd="0" presId="urn:microsoft.com/office/officeart/2005/8/layout/hProcess11"/>
    <dgm:cxn modelId="{5F0F7BFD-1D25-4CC2-A696-84E3709B9AB1}" type="presParOf" srcId="{16FE7170-C6EB-415F-8492-632F6838B59A}" destId="{A6515C11-7F9A-4729-A388-9F041C886BC6}" srcOrd="2" destOrd="0" presId="urn:microsoft.com/office/officeart/2005/8/layout/hProcess11"/>
    <dgm:cxn modelId="{67507D9D-80F6-43AC-83AA-0002BA04D59D}" type="presParOf" srcId="{AC9025EE-4BE2-45F7-98CA-4BDB889F3619}" destId="{69B9E92F-F1A7-47D2-A35F-5F087C7ABBB1}" srcOrd="1" destOrd="0" presId="urn:microsoft.com/office/officeart/2005/8/layout/hProcess11"/>
    <dgm:cxn modelId="{AD380E3A-A5A1-4E88-9E6B-B03A45261CAA}" type="presParOf" srcId="{AC9025EE-4BE2-45F7-98CA-4BDB889F3619}" destId="{C1A2911E-8DEE-4302-9382-C575262F1257}" srcOrd="2" destOrd="0" presId="urn:microsoft.com/office/officeart/2005/8/layout/hProcess11"/>
    <dgm:cxn modelId="{CA22978D-92A0-42BC-8D96-8B08329B198F}" type="presParOf" srcId="{C1A2911E-8DEE-4302-9382-C575262F1257}" destId="{5089231C-012B-42AD-98F6-2D7310F61A68}" srcOrd="0" destOrd="0" presId="urn:microsoft.com/office/officeart/2005/8/layout/hProcess11"/>
    <dgm:cxn modelId="{B2FC8A1C-B29D-4115-B2AE-2B2CD11E789E}" type="presParOf" srcId="{C1A2911E-8DEE-4302-9382-C575262F1257}" destId="{E9A9E7EE-DF98-4F87-8AFC-0E41A3595D73}" srcOrd="1" destOrd="0" presId="urn:microsoft.com/office/officeart/2005/8/layout/hProcess11"/>
    <dgm:cxn modelId="{24B3FDF4-DA11-4BC9-85CB-0B684EB5D7CB}" type="presParOf" srcId="{C1A2911E-8DEE-4302-9382-C575262F1257}" destId="{BF99D8FC-53C2-47BC-824E-5BF743785954}" srcOrd="2" destOrd="0" presId="urn:microsoft.com/office/officeart/2005/8/layout/hProcess11"/>
    <dgm:cxn modelId="{2E6EE17E-1C5B-429D-B4C8-1D1FFABF5421}" type="presParOf" srcId="{AC9025EE-4BE2-45F7-98CA-4BDB889F3619}" destId="{96FEFA50-FB19-4DB7-9DD4-E2412694AEED}" srcOrd="3" destOrd="0" presId="urn:microsoft.com/office/officeart/2005/8/layout/hProcess11"/>
    <dgm:cxn modelId="{2C2AB34A-A5DD-4C83-80CB-E72BC47FFF34}" type="presParOf" srcId="{AC9025EE-4BE2-45F7-98CA-4BDB889F3619}" destId="{767EA5BA-4B54-4C65-9A06-BB797AA69DBE}" srcOrd="4" destOrd="0" presId="urn:microsoft.com/office/officeart/2005/8/layout/hProcess11"/>
    <dgm:cxn modelId="{42AA560B-8B28-4D7B-B061-7CCF79D14E3A}" type="presParOf" srcId="{767EA5BA-4B54-4C65-9A06-BB797AA69DBE}" destId="{51B70EA3-2167-43B5-BCDC-DB5F71C2FFC4}" srcOrd="0" destOrd="0" presId="urn:microsoft.com/office/officeart/2005/8/layout/hProcess11"/>
    <dgm:cxn modelId="{8853003B-2ADD-4D4E-A36C-54B5DD69FA32}" type="presParOf" srcId="{767EA5BA-4B54-4C65-9A06-BB797AA69DBE}" destId="{2E447BBF-9067-441D-8B9E-903F74A53304}" srcOrd="1" destOrd="0" presId="urn:microsoft.com/office/officeart/2005/8/layout/hProcess11"/>
    <dgm:cxn modelId="{2E824A49-81EC-47E4-B887-BCA44154E976}" type="presParOf" srcId="{767EA5BA-4B54-4C65-9A06-BB797AA69DBE}" destId="{A902A7A5-D3DA-4524-AD77-282E49EB733D}" srcOrd="2" destOrd="0" presId="urn:microsoft.com/office/officeart/2005/8/layout/hProcess11"/>
    <dgm:cxn modelId="{93733943-B532-430F-8EC7-FB62A43D3592}" type="presParOf" srcId="{AC9025EE-4BE2-45F7-98CA-4BDB889F3619}" destId="{6594644B-63D7-41BA-AB0A-159F9D5BABC1}" srcOrd="5" destOrd="0" presId="urn:microsoft.com/office/officeart/2005/8/layout/hProcess11"/>
    <dgm:cxn modelId="{A0EF5B1E-C3FE-45ED-A1BC-C47520A13DED}" type="presParOf" srcId="{AC9025EE-4BE2-45F7-98CA-4BDB889F3619}" destId="{764168C7-6988-496D-89D7-641C3B8ADF10}" srcOrd="6" destOrd="0" presId="urn:microsoft.com/office/officeart/2005/8/layout/hProcess11"/>
    <dgm:cxn modelId="{E75B8344-36D7-4EA4-A3B8-B9F75D1C0807}" type="presParOf" srcId="{764168C7-6988-496D-89D7-641C3B8ADF10}" destId="{B89B8C3D-9584-46E7-92BE-603BE38F319B}" srcOrd="0" destOrd="0" presId="urn:microsoft.com/office/officeart/2005/8/layout/hProcess11"/>
    <dgm:cxn modelId="{EC57FF3B-915D-436B-8783-157772D3872A}" type="presParOf" srcId="{764168C7-6988-496D-89D7-641C3B8ADF10}" destId="{A57CE27B-0A40-4CB0-A631-91A990B41688}" srcOrd="1" destOrd="0" presId="urn:microsoft.com/office/officeart/2005/8/layout/hProcess11"/>
    <dgm:cxn modelId="{A68F198B-C299-4135-9BD1-538B25C0FE32}" type="presParOf" srcId="{764168C7-6988-496D-89D7-641C3B8ADF10}" destId="{06413343-D5C2-41A0-AEBB-065E014A4585}" srcOrd="2" destOrd="0" presId="urn:microsoft.com/office/officeart/2005/8/layout/hProcess11"/>
    <dgm:cxn modelId="{1C6AAEA9-E507-450F-A8DB-2ED761CAE791}" type="presParOf" srcId="{AC9025EE-4BE2-45F7-98CA-4BDB889F3619}" destId="{E9B3E79A-4477-4EA7-BD20-90305238209D}" srcOrd="7" destOrd="0" presId="urn:microsoft.com/office/officeart/2005/8/layout/hProcess11"/>
    <dgm:cxn modelId="{5126FA1D-C0A1-4D05-917A-2A986330F492}" type="presParOf" srcId="{AC9025EE-4BE2-45F7-98CA-4BDB889F3619}" destId="{1A903CD1-691D-42F6-9BD7-68B9C4FBB2A1}" srcOrd="8" destOrd="0" presId="urn:microsoft.com/office/officeart/2005/8/layout/hProcess11"/>
    <dgm:cxn modelId="{F04E5944-AB41-4DA3-82E8-46A3720D555E}" type="presParOf" srcId="{1A903CD1-691D-42F6-9BD7-68B9C4FBB2A1}" destId="{A7315973-6F84-4E5D-89C8-549573AAD91F}" srcOrd="0" destOrd="0" presId="urn:microsoft.com/office/officeart/2005/8/layout/hProcess11"/>
    <dgm:cxn modelId="{CD1BD7DD-F450-482E-BAEC-2CB66B5E906A}" type="presParOf" srcId="{1A903CD1-691D-42F6-9BD7-68B9C4FBB2A1}" destId="{A9D01B26-4ABF-4AEB-BACF-919E56775D89}" srcOrd="1" destOrd="0" presId="urn:microsoft.com/office/officeart/2005/8/layout/hProcess11"/>
    <dgm:cxn modelId="{1DECE8AD-9D5D-400D-9C48-F5F8E88D079D}" type="presParOf" srcId="{1A903CD1-691D-42F6-9BD7-68B9C4FBB2A1}" destId="{321606BD-B303-48F1-8F16-86002CA96B83}" srcOrd="2" destOrd="0" presId="urn:microsoft.com/office/officeart/2005/8/layout/hProcess11"/>
    <dgm:cxn modelId="{86FD3BB3-6DD8-4D3B-87EC-35CC2C0CC9CE}" type="presParOf" srcId="{AC9025EE-4BE2-45F7-98CA-4BDB889F3619}" destId="{DE2F23F4-F3E5-41EF-A588-7EC1F5E1D6ED}" srcOrd="9" destOrd="0" presId="urn:microsoft.com/office/officeart/2005/8/layout/hProcess11"/>
    <dgm:cxn modelId="{797C0B4F-CE31-47CF-8BD6-8F9BF0630654}" type="presParOf" srcId="{AC9025EE-4BE2-45F7-98CA-4BDB889F3619}" destId="{5E530CA7-EB33-41E8-894E-F56FFE5286F3}" srcOrd="10" destOrd="0" presId="urn:microsoft.com/office/officeart/2005/8/layout/hProcess11"/>
    <dgm:cxn modelId="{9AC6ED78-91F2-404D-976B-A6A1CE87986C}" type="presParOf" srcId="{5E530CA7-EB33-41E8-894E-F56FFE5286F3}" destId="{54BA4868-783F-4343-AB33-6CFF05957A6E}" srcOrd="0" destOrd="0" presId="urn:microsoft.com/office/officeart/2005/8/layout/hProcess11"/>
    <dgm:cxn modelId="{8A58727B-57CD-4D17-B8DB-A70F2CCDF77C}" type="presParOf" srcId="{5E530CA7-EB33-41E8-894E-F56FFE5286F3}" destId="{E9D53755-859D-4187-87CD-0F290EF63B96}" srcOrd="1" destOrd="0" presId="urn:microsoft.com/office/officeart/2005/8/layout/hProcess11"/>
    <dgm:cxn modelId="{C94861D0-3678-4189-BDA4-EFF5571E34DF}" type="presParOf" srcId="{5E530CA7-EB33-41E8-894E-F56FFE5286F3}" destId="{495634A0-E480-4C99-8F2A-DC6534A4E03E}" srcOrd="2" destOrd="0" presId="urn:microsoft.com/office/officeart/2005/8/layout/hProcess11"/>
    <dgm:cxn modelId="{6A53A80C-368A-4C8F-BA84-806E4015863F}" type="presParOf" srcId="{AC9025EE-4BE2-45F7-98CA-4BDB889F3619}" destId="{6B731A22-8FD3-4F58-8C94-707776E05685}" srcOrd="11" destOrd="0" presId="urn:microsoft.com/office/officeart/2005/8/layout/hProcess11"/>
    <dgm:cxn modelId="{021C685A-F426-4C55-8356-5C6DCAA73812}" type="presParOf" srcId="{AC9025EE-4BE2-45F7-98CA-4BDB889F3619}" destId="{18E5BC7D-6B1A-4617-9C25-CCE31EF197EA}" srcOrd="12" destOrd="0" presId="urn:microsoft.com/office/officeart/2005/8/layout/hProcess11"/>
    <dgm:cxn modelId="{D6693481-4099-45CE-A128-5822243612FD}" type="presParOf" srcId="{18E5BC7D-6B1A-4617-9C25-CCE31EF197EA}" destId="{73892521-ED63-4CCF-9F9D-808ED0A13A88}" srcOrd="0" destOrd="0" presId="urn:microsoft.com/office/officeart/2005/8/layout/hProcess11"/>
    <dgm:cxn modelId="{3520D167-3D1F-4E43-ADFE-0E512E3EF31C}" type="presParOf" srcId="{18E5BC7D-6B1A-4617-9C25-CCE31EF197EA}" destId="{86D7E21A-7C7F-4262-8CE9-72FCFDE05077}" srcOrd="1" destOrd="0" presId="urn:microsoft.com/office/officeart/2005/8/layout/hProcess11"/>
    <dgm:cxn modelId="{61C325EF-18E9-4E5F-9047-129A102E405B}" type="presParOf" srcId="{18E5BC7D-6B1A-4617-9C25-CCE31EF197EA}" destId="{A0699022-F298-43C4-96B0-4BCC6CEBE32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AB66857-649C-4127-841A-3E93751F8BAB}" type="doc">
      <dgm:prSet loTypeId="urn:microsoft.com/office/officeart/2008/layout/LinedLis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B5642260-E861-4D46-BE67-3E3C8DE405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The main reason for energy use is output tokens.</a:t>
          </a:r>
        </a:p>
      </dgm:t>
    </dgm:pt>
    <dgm:pt modelId="{31D0FB2D-4567-46F7-B591-E148516A8D97}" type="parTrans" cxnId="{C9E15AF9-EA26-451D-9A2B-FA63A80A8CA3}">
      <dgm:prSet/>
      <dgm:spPr/>
      <dgm:t>
        <a:bodyPr/>
        <a:lstStyle/>
        <a:p>
          <a:endParaRPr lang="en-US" b="0"/>
        </a:p>
      </dgm:t>
    </dgm:pt>
    <dgm:pt modelId="{3D72FDD1-FCA1-4E51-A36D-33A113E3AA92}" type="sibTrans" cxnId="{C9E15AF9-EA26-451D-9A2B-FA63A80A8CA3}">
      <dgm:prSet/>
      <dgm:spPr/>
      <dgm:t>
        <a:bodyPr/>
        <a:lstStyle/>
        <a:p>
          <a:endParaRPr lang="en-US" b="0"/>
        </a:p>
      </dgm:t>
    </dgm:pt>
    <dgm:pt modelId="{03489341-BACF-4F0F-9075-BA0976B442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Latency has a strong relationship with energy use.</a:t>
          </a:r>
          <a:endParaRPr lang="en-US" b="0" dirty="0"/>
        </a:p>
      </dgm:t>
    </dgm:pt>
    <dgm:pt modelId="{CE293E08-9D33-4C33-9F1D-36C42C8BBDEE}" type="parTrans" cxnId="{EB1485DA-2FC4-4546-961C-B9609173AADF}">
      <dgm:prSet/>
      <dgm:spPr/>
      <dgm:t>
        <a:bodyPr/>
        <a:lstStyle/>
        <a:p>
          <a:endParaRPr lang="en-US" b="0"/>
        </a:p>
      </dgm:t>
    </dgm:pt>
    <dgm:pt modelId="{FDC76522-CF47-4DB5-B26D-79A2A265FDB8}" type="sibTrans" cxnId="{EB1485DA-2FC4-4546-961C-B9609173AADF}">
      <dgm:prSet/>
      <dgm:spPr/>
      <dgm:t>
        <a:bodyPr/>
        <a:lstStyle/>
        <a:p>
          <a:endParaRPr lang="en-US" b="0"/>
        </a:p>
      </dgm:t>
    </dgm:pt>
    <dgm:pt modelId="{1008BEA3-5AD4-4941-8801-0979EC36E6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Runtime behavior determines energy.</a:t>
          </a:r>
          <a:endParaRPr lang="en-US" b="0" dirty="0"/>
        </a:p>
      </dgm:t>
    </dgm:pt>
    <dgm:pt modelId="{86EBC031-655C-4F7A-8EFF-7743EA813127}" type="parTrans" cxnId="{AB230750-7F63-4042-8A2A-9A8C4EF28B2E}">
      <dgm:prSet/>
      <dgm:spPr/>
      <dgm:t>
        <a:bodyPr/>
        <a:lstStyle/>
        <a:p>
          <a:endParaRPr lang="en-US" b="0"/>
        </a:p>
      </dgm:t>
    </dgm:pt>
    <dgm:pt modelId="{8263020F-0D0B-48E0-AEF5-33B2648BF8C7}" type="sibTrans" cxnId="{AB230750-7F63-4042-8A2A-9A8C4EF28B2E}">
      <dgm:prSet/>
      <dgm:spPr/>
      <dgm:t>
        <a:bodyPr/>
        <a:lstStyle/>
        <a:p>
          <a:endParaRPr lang="en-US" b="0"/>
        </a:p>
      </dgm:t>
    </dgm:pt>
    <dgm:pt modelId="{3FF0364E-0B9E-4F91-AF2C-9CA9D02947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Prompt design doesn’t directly affect energy</a:t>
          </a:r>
          <a:endParaRPr lang="en-US" b="0" dirty="0"/>
        </a:p>
      </dgm:t>
    </dgm:pt>
    <dgm:pt modelId="{9784E906-5BA4-4F0D-B52E-B4A05F69206D}" type="sibTrans" cxnId="{0A98CBD0-A483-4376-84EF-F4BBA941C5AD}">
      <dgm:prSet/>
      <dgm:spPr/>
      <dgm:t>
        <a:bodyPr/>
        <a:lstStyle/>
        <a:p>
          <a:endParaRPr lang="en-US" b="0"/>
        </a:p>
      </dgm:t>
    </dgm:pt>
    <dgm:pt modelId="{6021EB0B-2C27-416A-A7E5-5F74FC355DE5}" type="parTrans" cxnId="{0A98CBD0-A483-4376-84EF-F4BBA941C5AD}">
      <dgm:prSet/>
      <dgm:spPr/>
      <dgm:t>
        <a:bodyPr/>
        <a:lstStyle/>
        <a:p>
          <a:endParaRPr lang="en-US" b="0"/>
        </a:p>
      </dgm:t>
    </dgm:pt>
    <dgm:pt modelId="{43EF4F2B-9CD7-4EFB-B52C-4EF3CFA07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/>
            <a:t>Efficient prompts can help improve edge AI sustainability indirectly.</a:t>
          </a:r>
        </a:p>
      </dgm:t>
    </dgm:pt>
    <dgm:pt modelId="{D3621451-D3B3-437D-A390-DFCA2C6B7EDE}" type="parTrans" cxnId="{A90B4E42-402C-4323-A7A4-4B6DAB09BFCE}">
      <dgm:prSet/>
      <dgm:spPr/>
      <dgm:t>
        <a:bodyPr/>
        <a:lstStyle/>
        <a:p>
          <a:endParaRPr lang="en-US" b="0"/>
        </a:p>
      </dgm:t>
    </dgm:pt>
    <dgm:pt modelId="{0E8B59CD-E4A2-4692-A05A-1A76C4B8046F}" type="sibTrans" cxnId="{A90B4E42-402C-4323-A7A4-4B6DAB09BFCE}">
      <dgm:prSet/>
      <dgm:spPr/>
      <dgm:t>
        <a:bodyPr/>
        <a:lstStyle/>
        <a:p>
          <a:endParaRPr lang="en-US" b="0"/>
        </a:p>
      </dgm:t>
    </dgm:pt>
    <dgm:pt modelId="{5356D31B-6A31-4B5D-A3CB-7752E691B396}" type="pres">
      <dgm:prSet presAssocID="{CAB66857-649C-4127-841A-3E93751F8BAB}" presName="vert0" presStyleCnt="0">
        <dgm:presLayoutVars>
          <dgm:dir/>
          <dgm:animOne val="branch"/>
          <dgm:animLvl val="lvl"/>
        </dgm:presLayoutVars>
      </dgm:prSet>
      <dgm:spPr/>
    </dgm:pt>
    <dgm:pt modelId="{96658039-19A1-431E-8778-D463E47D6870}" type="pres">
      <dgm:prSet presAssocID="{3FF0364E-0B9E-4F91-AF2C-9CA9D02947D5}" presName="thickLine" presStyleLbl="alignNode1" presStyleIdx="0" presStyleCnt="5"/>
      <dgm:spPr/>
    </dgm:pt>
    <dgm:pt modelId="{8824F80D-D20E-4A41-A74B-B12BDD999DF5}" type="pres">
      <dgm:prSet presAssocID="{3FF0364E-0B9E-4F91-AF2C-9CA9D02947D5}" presName="horz1" presStyleCnt="0"/>
      <dgm:spPr/>
    </dgm:pt>
    <dgm:pt modelId="{E32556E2-9C0B-4203-9EBA-E67FFA899765}" type="pres">
      <dgm:prSet presAssocID="{3FF0364E-0B9E-4F91-AF2C-9CA9D02947D5}" presName="tx1" presStyleLbl="revTx" presStyleIdx="0" presStyleCnt="5"/>
      <dgm:spPr/>
    </dgm:pt>
    <dgm:pt modelId="{26769892-060A-493D-A9F5-D80F25EEBD81}" type="pres">
      <dgm:prSet presAssocID="{3FF0364E-0B9E-4F91-AF2C-9CA9D02947D5}" presName="vert1" presStyleCnt="0"/>
      <dgm:spPr/>
    </dgm:pt>
    <dgm:pt modelId="{19045837-A955-45FE-A0B5-5F755069A0B5}" type="pres">
      <dgm:prSet presAssocID="{B5642260-E861-4D46-BE67-3E3C8DE4054A}" presName="thickLine" presStyleLbl="alignNode1" presStyleIdx="1" presStyleCnt="5"/>
      <dgm:spPr/>
    </dgm:pt>
    <dgm:pt modelId="{A1DC58A5-5E2C-4810-924F-D4053598A1BF}" type="pres">
      <dgm:prSet presAssocID="{B5642260-E861-4D46-BE67-3E3C8DE4054A}" presName="horz1" presStyleCnt="0"/>
      <dgm:spPr/>
    </dgm:pt>
    <dgm:pt modelId="{C967C9D2-B7FA-4A4D-9D00-86C59DACDA3E}" type="pres">
      <dgm:prSet presAssocID="{B5642260-E861-4D46-BE67-3E3C8DE4054A}" presName="tx1" presStyleLbl="revTx" presStyleIdx="1" presStyleCnt="5"/>
      <dgm:spPr/>
    </dgm:pt>
    <dgm:pt modelId="{F983207A-67DF-441A-934B-C2635C4B032A}" type="pres">
      <dgm:prSet presAssocID="{B5642260-E861-4D46-BE67-3E3C8DE4054A}" presName="vert1" presStyleCnt="0"/>
      <dgm:spPr/>
    </dgm:pt>
    <dgm:pt modelId="{1BEA8BFC-E007-4050-818E-703A9D1E6972}" type="pres">
      <dgm:prSet presAssocID="{03489341-BACF-4F0F-9075-BA0976B4425B}" presName="thickLine" presStyleLbl="alignNode1" presStyleIdx="2" presStyleCnt="5"/>
      <dgm:spPr/>
    </dgm:pt>
    <dgm:pt modelId="{808B186E-4F6D-467C-887A-01A61A6327D2}" type="pres">
      <dgm:prSet presAssocID="{03489341-BACF-4F0F-9075-BA0976B4425B}" presName="horz1" presStyleCnt="0"/>
      <dgm:spPr/>
    </dgm:pt>
    <dgm:pt modelId="{E34009CE-8115-44DC-BD4C-C00059CFEC64}" type="pres">
      <dgm:prSet presAssocID="{03489341-BACF-4F0F-9075-BA0976B4425B}" presName="tx1" presStyleLbl="revTx" presStyleIdx="2" presStyleCnt="5"/>
      <dgm:spPr/>
    </dgm:pt>
    <dgm:pt modelId="{B45782D9-D9B1-4D28-8161-AE616AE236B3}" type="pres">
      <dgm:prSet presAssocID="{03489341-BACF-4F0F-9075-BA0976B4425B}" presName="vert1" presStyleCnt="0"/>
      <dgm:spPr/>
    </dgm:pt>
    <dgm:pt modelId="{C457D63D-DEA2-4FB5-ADD2-B474AF85A1C7}" type="pres">
      <dgm:prSet presAssocID="{1008BEA3-5AD4-4941-8801-0979EC36E679}" presName="thickLine" presStyleLbl="alignNode1" presStyleIdx="3" presStyleCnt="5"/>
      <dgm:spPr/>
    </dgm:pt>
    <dgm:pt modelId="{E51F28F1-30BF-4DC1-9F64-6570BE9F458B}" type="pres">
      <dgm:prSet presAssocID="{1008BEA3-5AD4-4941-8801-0979EC36E679}" presName="horz1" presStyleCnt="0"/>
      <dgm:spPr/>
    </dgm:pt>
    <dgm:pt modelId="{012062FB-1F87-446C-B635-FCD5233A0D9B}" type="pres">
      <dgm:prSet presAssocID="{1008BEA3-5AD4-4941-8801-0979EC36E679}" presName="tx1" presStyleLbl="revTx" presStyleIdx="3" presStyleCnt="5"/>
      <dgm:spPr/>
    </dgm:pt>
    <dgm:pt modelId="{84756CD9-053C-4458-9D87-A8B325AEE149}" type="pres">
      <dgm:prSet presAssocID="{1008BEA3-5AD4-4941-8801-0979EC36E679}" presName="vert1" presStyleCnt="0"/>
      <dgm:spPr/>
    </dgm:pt>
    <dgm:pt modelId="{F3831A0A-DC5A-4AC3-9B68-3970B476F629}" type="pres">
      <dgm:prSet presAssocID="{43EF4F2B-9CD7-4EFB-B52C-4EF3CFA07E8C}" presName="thickLine" presStyleLbl="alignNode1" presStyleIdx="4" presStyleCnt="5"/>
      <dgm:spPr/>
    </dgm:pt>
    <dgm:pt modelId="{B471195A-B56A-4D52-B1BF-DFB5324F001D}" type="pres">
      <dgm:prSet presAssocID="{43EF4F2B-9CD7-4EFB-B52C-4EF3CFA07E8C}" presName="horz1" presStyleCnt="0"/>
      <dgm:spPr/>
    </dgm:pt>
    <dgm:pt modelId="{019273AB-CB8A-430F-B274-5E5C42518FD8}" type="pres">
      <dgm:prSet presAssocID="{43EF4F2B-9CD7-4EFB-B52C-4EF3CFA07E8C}" presName="tx1" presStyleLbl="revTx" presStyleIdx="4" presStyleCnt="5"/>
      <dgm:spPr/>
    </dgm:pt>
    <dgm:pt modelId="{CA1B8C1F-53E1-4D84-92D7-E58FD7AA273E}" type="pres">
      <dgm:prSet presAssocID="{43EF4F2B-9CD7-4EFB-B52C-4EF3CFA07E8C}" presName="vert1" presStyleCnt="0"/>
      <dgm:spPr/>
    </dgm:pt>
  </dgm:ptLst>
  <dgm:cxnLst>
    <dgm:cxn modelId="{25332F12-247D-44DF-9C1C-369E093FF1DD}" type="presOf" srcId="{03489341-BACF-4F0F-9075-BA0976B4425B}" destId="{E34009CE-8115-44DC-BD4C-C00059CFEC64}" srcOrd="0" destOrd="0" presId="urn:microsoft.com/office/officeart/2008/layout/LinedList"/>
    <dgm:cxn modelId="{30C26F1D-ED36-4288-805C-1521632E5879}" type="presOf" srcId="{3FF0364E-0B9E-4F91-AF2C-9CA9D02947D5}" destId="{E32556E2-9C0B-4203-9EBA-E67FFA899765}" srcOrd="0" destOrd="0" presId="urn:microsoft.com/office/officeart/2008/layout/LinedList"/>
    <dgm:cxn modelId="{81118136-01A4-49F8-B70A-A1966F1599C1}" type="presOf" srcId="{1008BEA3-5AD4-4941-8801-0979EC36E679}" destId="{012062FB-1F87-446C-B635-FCD5233A0D9B}" srcOrd="0" destOrd="0" presId="urn:microsoft.com/office/officeart/2008/layout/LinedList"/>
    <dgm:cxn modelId="{A90B4E42-402C-4323-A7A4-4B6DAB09BFCE}" srcId="{CAB66857-649C-4127-841A-3E93751F8BAB}" destId="{43EF4F2B-9CD7-4EFB-B52C-4EF3CFA07E8C}" srcOrd="4" destOrd="0" parTransId="{D3621451-D3B3-437D-A390-DFCA2C6B7EDE}" sibTransId="{0E8B59CD-E4A2-4692-A05A-1A76C4B8046F}"/>
    <dgm:cxn modelId="{78881066-226B-4156-97E8-4E5EDB13762F}" type="presOf" srcId="{CAB66857-649C-4127-841A-3E93751F8BAB}" destId="{5356D31B-6A31-4B5D-A3CB-7752E691B396}" srcOrd="0" destOrd="0" presId="urn:microsoft.com/office/officeart/2008/layout/LinedList"/>
    <dgm:cxn modelId="{AB230750-7F63-4042-8A2A-9A8C4EF28B2E}" srcId="{CAB66857-649C-4127-841A-3E93751F8BAB}" destId="{1008BEA3-5AD4-4941-8801-0979EC36E679}" srcOrd="3" destOrd="0" parTransId="{86EBC031-655C-4F7A-8EFF-7743EA813127}" sibTransId="{8263020F-0D0B-48E0-AEF5-33B2648BF8C7}"/>
    <dgm:cxn modelId="{36EEB8A2-C971-44E1-8B42-A6B2771FE632}" type="presOf" srcId="{B5642260-E861-4D46-BE67-3E3C8DE4054A}" destId="{C967C9D2-B7FA-4A4D-9D00-86C59DACDA3E}" srcOrd="0" destOrd="0" presId="urn:microsoft.com/office/officeart/2008/layout/LinedList"/>
    <dgm:cxn modelId="{0A98CBD0-A483-4376-84EF-F4BBA941C5AD}" srcId="{CAB66857-649C-4127-841A-3E93751F8BAB}" destId="{3FF0364E-0B9E-4F91-AF2C-9CA9D02947D5}" srcOrd="0" destOrd="0" parTransId="{6021EB0B-2C27-416A-A7E5-5F74FC355DE5}" sibTransId="{9784E906-5BA4-4F0D-B52E-B4A05F69206D}"/>
    <dgm:cxn modelId="{EB1485DA-2FC4-4546-961C-B9609173AADF}" srcId="{CAB66857-649C-4127-841A-3E93751F8BAB}" destId="{03489341-BACF-4F0F-9075-BA0976B4425B}" srcOrd="2" destOrd="0" parTransId="{CE293E08-9D33-4C33-9F1D-36C42C8BBDEE}" sibTransId="{FDC76522-CF47-4DB5-B26D-79A2A265FDB8}"/>
    <dgm:cxn modelId="{EE03E5DC-F0BF-4B81-A7D3-CDDA7FAC91E3}" type="presOf" srcId="{43EF4F2B-9CD7-4EFB-B52C-4EF3CFA07E8C}" destId="{019273AB-CB8A-430F-B274-5E5C42518FD8}" srcOrd="0" destOrd="0" presId="urn:microsoft.com/office/officeart/2008/layout/LinedList"/>
    <dgm:cxn modelId="{C9E15AF9-EA26-451D-9A2B-FA63A80A8CA3}" srcId="{CAB66857-649C-4127-841A-3E93751F8BAB}" destId="{B5642260-E861-4D46-BE67-3E3C8DE4054A}" srcOrd="1" destOrd="0" parTransId="{31D0FB2D-4567-46F7-B591-E148516A8D97}" sibTransId="{3D72FDD1-FCA1-4E51-A36D-33A113E3AA92}"/>
    <dgm:cxn modelId="{7BB6CD71-8317-4ABB-A5B9-7B24472FABF3}" type="presParOf" srcId="{5356D31B-6A31-4B5D-A3CB-7752E691B396}" destId="{96658039-19A1-431E-8778-D463E47D6870}" srcOrd="0" destOrd="0" presId="urn:microsoft.com/office/officeart/2008/layout/LinedList"/>
    <dgm:cxn modelId="{D13F2564-6E74-4B70-A926-7E9EB3745A12}" type="presParOf" srcId="{5356D31B-6A31-4B5D-A3CB-7752E691B396}" destId="{8824F80D-D20E-4A41-A74B-B12BDD999DF5}" srcOrd="1" destOrd="0" presId="urn:microsoft.com/office/officeart/2008/layout/LinedList"/>
    <dgm:cxn modelId="{48E5D4E9-2041-46C3-844B-F121D2405897}" type="presParOf" srcId="{8824F80D-D20E-4A41-A74B-B12BDD999DF5}" destId="{E32556E2-9C0B-4203-9EBA-E67FFA899765}" srcOrd="0" destOrd="0" presId="urn:microsoft.com/office/officeart/2008/layout/LinedList"/>
    <dgm:cxn modelId="{5FEE67F1-F06F-4D78-9A41-9F4B210D970D}" type="presParOf" srcId="{8824F80D-D20E-4A41-A74B-B12BDD999DF5}" destId="{26769892-060A-493D-A9F5-D80F25EEBD81}" srcOrd="1" destOrd="0" presId="urn:microsoft.com/office/officeart/2008/layout/LinedList"/>
    <dgm:cxn modelId="{94BC5E73-23AB-4B69-8E8E-F7EA893D144C}" type="presParOf" srcId="{5356D31B-6A31-4B5D-A3CB-7752E691B396}" destId="{19045837-A955-45FE-A0B5-5F755069A0B5}" srcOrd="2" destOrd="0" presId="urn:microsoft.com/office/officeart/2008/layout/LinedList"/>
    <dgm:cxn modelId="{8C0CDF71-183F-4139-970B-7B7C438A4C2D}" type="presParOf" srcId="{5356D31B-6A31-4B5D-A3CB-7752E691B396}" destId="{A1DC58A5-5E2C-4810-924F-D4053598A1BF}" srcOrd="3" destOrd="0" presId="urn:microsoft.com/office/officeart/2008/layout/LinedList"/>
    <dgm:cxn modelId="{34F6DFB5-0ED3-4AEF-9A22-DB01AFCC34E1}" type="presParOf" srcId="{A1DC58A5-5E2C-4810-924F-D4053598A1BF}" destId="{C967C9D2-B7FA-4A4D-9D00-86C59DACDA3E}" srcOrd="0" destOrd="0" presId="urn:microsoft.com/office/officeart/2008/layout/LinedList"/>
    <dgm:cxn modelId="{74EF0B98-8BB4-4E62-B5AE-10898438CC7A}" type="presParOf" srcId="{A1DC58A5-5E2C-4810-924F-D4053598A1BF}" destId="{F983207A-67DF-441A-934B-C2635C4B032A}" srcOrd="1" destOrd="0" presId="urn:microsoft.com/office/officeart/2008/layout/LinedList"/>
    <dgm:cxn modelId="{86D07018-8477-4E93-959F-09F2DA7F1414}" type="presParOf" srcId="{5356D31B-6A31-4B5D-A3CB-7752E691B396}" destId="{1BEA8BFC-E007-4050-818E-703A9D1E6972}" srcOrd="4" destOrd="0" presId="urn:microsoft.com/office/officeart/2008/layout/LinedList"/>
    <dgm:cxn modelId="{35124CCE-0953-4BBE-B237-9FF947512062}" type="presParOf" srcId="{5356D31B-6A31-4B5D-A3CB-7752E691B396}" destId="{808B186E-4F6D-467C-887A-01A61A6327D2}" srcOrd="5" destOrd="0" presId="urn:microsoft.com/office/officeart/2008/layout/LinedList"/>
    <dgm:cxn modelId="{92062867-A22D-47CD-8D44-A2F26413FE99}" type="presParOf" srcId="{808B186E-4F6D-467C-887A-01A61A6327D2}" destId="{E34009CE-8115-44DC-BD4C-C00059CFEC64}" srcOrd="0" destOrd="0" presId="urn:microsoft.com/office/officeart/2008/layout/LinedList"/>
    <dgm:cxn modelId="{B194FFA9-0917-4080-85F6-42E094844AC4}" type="presParOf" srcId="{808B186E-4F6D-467C-887A-01A61A6327D2}" destId="{B45782D9-D9B1-4D28-8161-AE616AE236B3}" srcOrd="1" destOrd="0" presId="urn:microsoft.com/office/officeart/2008/layout/LinedList"/>
    <dgm:cxn modelId="{10AD884E-AFB9-44DC-8E5F-CDC60C32DACA}" type="presParOf" srcId="{5356D31B-6A31-4B5D-A3CB-7752E691B396}" destId="{C457D63D-DEA2-4FB5-ADD2-B474AF85A1C7}" srcOrd="6" destOrd="0" presId="urn:microsoft.com/office/officeart/2008/layout/LinedList"/>
    <dgm:cxn modelId="{5E51CA5D-C700-4715-BF5F-5E77AF608C81}" type="presParOf" srcId="{5356D31B-6A31-4B5D-A3CB-7752E691B396}" destId="{E51F28F1-30BF-4DC1-9F64-6570BE9F458B}" srcOrd="7" destOrd="0" presId="urn:microsoft.com/office/officeart/2008/layout/LinedList"/>
    <dgm:cxn modelId="{48FD8DA9-4D17-4ECA-AF54-656D9F7A3BFC}" type="presParOf" srcId="{E51F28F1-30BF-4DC1-9F64-6570BE9F458B}" destId="{012062FB-1F87-446C-B635-FCD5233A0D9B}" srcOrd="0" destOrd="0" presId="urn:microsoft.com/office/officeart/2008/layout/LinedList"/>
    <dgm:cxn modelId="{05CC5591-34E0-4C1F-A0F5-B6F94F25553E}" type="presParOf" srcId="{E51F28F1-30BF-4DC1-9F64-6570BE9F458B}" destId="{84756CD9-053C-4458-9D87-A8B325AEE149}" srcOrd="1" destOrd="0" presId="urn:microsoft.com/office/officeart/2008/layout/LinedList"/>
    <dgm:cxn modelId="{0CBB6050-9240-49DD-8E15-B8859BC1BF0B}" type="presParOf" srcId="{5356D31B-6A31-4B5D-A3CB-7752E691B396}" destId="{F3831A0A-DC5A-4AC3-9B68-3970B476F629}" srcOrd="8" destOrd="0" presId="urn:microsoft.com/office/officeart/2008/layout/LinedList"/>
    <dgm:cxn modelId="{DED07AA1-D058-481D-A6FF-C599FD7DB13A}" type="presParOf" srcId="{5356D31B-6A31-4B5D-A3CB-7752E691B396}" destId="{B471195A-B56A-4D52-B1BF-DFB5324F001D}" srcOrd="9" destOrd="0" presId="urn:microsoft.com/office/officeart/2008/layout/LinedList"/>
    <dgm:cxn modelId="{13BD0CCA-6E87-4D8D-8769-C4D45D944212}" type="presParOf" srcId="{B471195A-B56A-4D52-B1BF-DFB5324F001D}" destId="{019273AB-CB8A-430F-B274-5E5C42518FD8}" srcOrd="0" destOrd="0" presId="urn:microsoft.com/office/officeart/2008/layout/LinedList"/>
    <dgm:cxn modelId="{1189FF21-70BE-425B-98B2-33FB6B64DCF6}" type="presParOf" srcId="{B471195A-B56A-4D52-B1BF-DFB5324F001D}" destId="{CA1B8C1F-53E1-4D84-92D7-E58FD7AA273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DB56A-F4A9-4760-A530-3C9E68271FF2}">
      <dsp:nvSpPr>
        <dsp:cNvPr id="0" name=""/>
        <dsp:cNvSpPr/>
      </dsp:nvSpPr>
      <dsp:spPr>
        <a:xfrm>
          <a:off x="0" y="0"/>
          <a:ext cx="4530725" cy="70399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Moving from prompt design analysis on open and closed LLM’s to energy measurement in edge devices.</a:t>
          </a:r>
        </a:p>
      </dsp:txBody>
      <dsp:txXfrm>
        <a:off x="976544" y="0"/>
        <a:ext cx="3554180" cy="703994"/>
      </dsp:txXfrm>
    </dsp:sp>
    <dsp:sp modelId="{4FF9A757-9F1E-4E6E-A3FC-69D273C84358}">
      <dsp:nvSpPr>
        <dsp:cNvPr id="0" name=""/>
        <dsp:cNvSpPr/>
      </dsp:nvSpPr>
      <dsp:spPr>
        <a:xfrm>
          <a:off x="70399" y="70399"/>
          <a:ext cx="906145" cy="5631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30000" b="-3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A9E5352-F0C9-40BF-8F95-8D76BFD65F98}">
      <dsp:nvSpPr>
        <dsp:cNvPr id="0" name=""/>
        <dsp:cNvSpPr/>
      </dsp:nvSpPr>
      <dsp:spPr>
        <a:xfrm>
          <a:off x="0" y="774393"/>
          <a:ext cx="4530725" cy="70399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Large Language Models (LLMs) require high computational resources.</a:t>
          </a:r>
        </a:p>
      </dsp:txBody>
      <dsp:txXfrm>
        <a:off x="976544" y="774393"/>
        <a:ext cx="3554180" cy="703994"/>
      </dsp:txXfrm>
    </dsp:sp>
    <dsp:sp modelId="{26F8EA51-D182-4B87-BAC3-897ACF44CEB9}">
      <dsp:nvSpPr>
        <dsp:cNvPr id="0" name=""/>
        <dsp:cNvSpPr/>
      </dsp:nvSpPr>
      <dsp:spPr>
        <a:xfrm>
          <a:off x="70399" y="844792"/>
          <a:ext cx="906145" cy="5631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0" b="-1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0726157-714D-4357-9AF0-CD208D241FDD}">
      <dsp:nvSpPr>
        <dsp:cNvPr id="0" name=""/>
        <dsp:cNvSpPr/>
      </dsp:nvSpPr>
      <dsp:spPr>
        <a:xfrm>
          <a:off x="0" y="1548786"/>
          <a:ext cx="4530725" cy="703994"/>
        </a:xfrm>
        <a:prstGeom prst="roundRect">
          <a:avLst>
            <a:gd name="adj" fmla="val 10000"/>
          </a:avLst>
        </a:prstGeom>
        <a:solidFill>
          <a:schemeClr val="bg1">
            <a:lumMod val="85000"/>
            <a:lumOff val="1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Edge devices (e.g., Jetson Orin Nano) have limited power capacity.</a:t>
          </a:r>
        </a:p>
      </dsp:txBody>
      <dsp:txXfrm>
        <a:off x="976544" y="1548786"/>
        <a:ext cx="3554180" cy="703994"/>
      </dsp:txXfrm>
    </dsp:sp>
    <dsp:sp modelId="{9E095619-4B08-4EFD-8922-1781180AA01B}">
      <dsp:nvSpPr>
        <dsp:cNvPr id="0" name=""/>
        <dsp:cNvSpPr/>
      </dsp:nvSpPr>
      <dsp:spPr>
        <a:xfrm>
          <a:off x="70399" y="1619186"/>
          <a:ext cx="906145" cy="5631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10000" b="-1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6649C2F-C5C0-4D4E-9B55-C0B18B2C7031}">
      <dsp:nvSpPr>
        <dsp:cNvPr id="0" name=""/>
        <dsp:cNvSpPr/>
      </dsp:nvSpPr>
      <dsp:spPr>
        <a:xfrm>
          <a:off x="0" y="2323180"/>
          <a:ext cx="4530725" cy="703994"/>
        </a:xfrm>
        <a:prstGeom prst="roundRect">
          <a:avLst>
            <a:gd name="adj" fmla="val 10000"/>
          </a:avLst>
        </a:prstGeom>
        <a:solidFill>
          <a:schemeClr val="bg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Energy efficiency is critical for real-world deployment.</a:t>
          </a:r>
        </a:p>
      </dsp:txBody>
      <dsp:txXfrm>
        <a:off x="976544" y="2323180"/>
        <a:ext cx="3554180" cy="703994"/>
      </dsp:txXfrm>
    </dsp:sp>
    <dsp:sp modelId="{2D72C66C-5CF1-4A4C-9BB3-FCD807AA404B}">
      <dsp:nvSpPr>
        <dsp:cNvPr id="0" name=""/>
        <dsp:cNvSpPr/>
      </dsp:nvSpPr>
      <dsp:spPr>
        <a:xfrm>
          <a:off x="70399" y="2393579"/>
          <a:ext cx="906145" cy="56319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0" b="-10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C5E586-88BB-4347-A206-B179AC3BFD2E}">
      <dsp:nvSpPr>
        <dsp:cNvPr id="0" name=""/>
        <dsp:cNvSpPr/>
      </dsp:nvSpPr>
      <dsp:spPr>
        <a:xfrm rot="4396374">
          <a:off x="1096383" y="400140"/>
          <a:ext cx="1735871" cy="1210553"/>
        </a:xfrm>
        <a:prstGeom prst="swooshArrow">
          <a:avLst>
            <a:gd name="adj1" fmla="val 16310"/>
            <a:gd name="adj2" fmla="val 3137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4EAC579-B1BD-414A-BB1D-4D21A20D629A}">
      <dsp:nvSpPr>
        <dsp:cNvPr id="0" name=""/>
        <dsp:cNvSpPr/>
      </dsp:nvSpPr>
      <dsp:spPr>
        <a:xfrm>
          <a:off x="2015837" y="780806"/>
          <a:ext cx="43836" cy="43836"/>
        </a:xfrm>
        <a:prstGeom prst="ellipse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87FAC1D-850C-45FA-ABCC-D9AA1268CBB2}">
      <dsp:nvSpPr>
        <dsp:cNvPr id="0" name=""/>
        <dsp:cNvSpPr/>
      </dsp:nvSpPr>
      <dsp:spPr>
        <a:xfrm>
          <a:off x="980016" y="0"/>
          <a:ext cx="818409" cy="321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Prompt</a:t>
          </a:r>
        </a:p>
      </dsp:txBody>
      <dsp:txXfrm>
        <a:off x="980016" y="0"/>
        <a:ext cx="818409" cy="321733"/>
      </dsp:txXfrm>
    </dsp:sp>
    <dsp:sp modelId="{A694CF83-486A-439A-9138-A906565BA90B}">
      <dsp:nvSpPr>
        <dsp:cNvPr id="0" name=""/>
        <dsp:cNvSpPr/>
      </dsp:nvSpPr>
      <dsp:spPr>
        <a:xfrm>
          <a:off x="2218690" y="641858"/>
          <a:ext cx="973243" cy="321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Computation</a:t>
          </a:r>
        </a:p>
      </dsp:txBody>
      <dsp:txXfrm>
        <a:off x="2218690" y="641858"/>
        <a:ext cx="973243" cy="321733"/>
      </dsp:txXfrm>
    </dsp:sp>
    <dsp:sp modelId="{412E8AE8-4F1E-4B10-B233-AB92F5B8A915}">
      <dsp:nvSpPr>
        <dsp:cNvPr id="0" name=""/>
        <dsp:cNvSpPr/>
      </dsp:nvSpPr>
      <dsp:spPr>
        <a:xfrm>
          <a:off x="2085975" y="1689100"/>
          <a:ext cx="1105958" cy="321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Energy</a:t>
          </a:r>
        </a:p>
      </dsp:txBody>
      <dsp:txXfrm>
        <a:off x="2085975" y="1689100"/>
        <a:ext cx="1105958" cy="3217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E2C05-0549-4E62-B88E-5E873C50382C}">
      <dsp:nvSpPr>
        <dsp:cNvPr id="0" name=""/>
        <dsp:cNvSpPr/>
      </dsp:nvSpPr>
      <dsp:spPr>
        <a:xfrm>
          <a:off x="1125797" y="342849"/>
          <a:ext cx="936398" cy="308585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3 Datasets</a:t>
          </a:r>
        </a:p>
      </dsp:txBody>
      <dsp:txXfrm>
        <a:off x="1125797" y="342849"/>
        <a:ext cx="936398" cy="308585"/>
      </dsp:txXfrm>
    </dsp:sp>
    <dsp:sp modelId="{57B25E9A-99E6-4656-8A77-8AC3776F336D}">
      <dsp:nvSpPr>
        <dsp:cNvPr id="0" name=""/>
        <dsp:cNvSpPr/>
      </dsp:nvSpPr>
      <dsp:spPr>
        <a:xfrm>
          <a:off x="1124733" y="248997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5A48AB-2471-4EBA-B483-0369645E50F6}">
      <dsp:nvSpPr>
        <dsp:cNvPr id="0" name=""/>
        <dsp:cNvSpPr/>
      </dsp:nvSpPr>
      <dsp:spPr>
        <a:xfrm>
          <a:off x="1176873" y="144716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52E03-1C47-49FB-AED5-F59A8DB90088}">
      <dsp:nvSpPr>
        <dsp:cNvPr id="0" name=""/>
        <dsp:cNvSpPr/>
      </dsp:nvSpPr>
      <dsp:spPr>
        <a:xfrm>
          <a:off x="1302010" y="165572"/>
          <a:ext cx="117049" cy="11704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D3543-B4E0-46BC-826E-CF0EBB6F2DB9}">
      <dsp:nvSpPr>
        <dsp:cNvPr id="0" name=""/>
        <dsp:cNvSpPr/>
      </dsp:nvSpPr>
      <dsp:spPr>
        <a:xfrm>
          <a:off x="1406291" y="50863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DB4C2-ED76-4B18-9746-6B66A60DA3D3}">
      <dsp:nvSpPr>
        <dsp:cNvPr id="0" name=""/>
        <dsp:cNvSpPr/>
      </dsp:nvSpPr>
      <dsp:spPr>
        <a:xfrm>
          <a:off x="1541855" y="9151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E8A62-F8A3-4D16-AB57-6424A7490C82}">
      <dsp:nvSpPr>
        <dsp:cNvPr id="0" name=""/>
        <dsp:cNvSpPr/>
      </dsp:nvSpPr>
      <dsp:spPr>
        <a:xfrm>
          <a:off x="1708705" y="82147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C50AB-0011-4969-B280-2A8F76A6BEE5}">
      <dsp:nvSpPr>
        <dsp:cNvPr id="0" name=""/>
        <dsp:cNvSpPr/>
      </dsp:nvSpPr>
      <dsp:spPr>
        <a:xfrm>
          <a:off x="1812985" y="134288"/>
          <a:ext cx="117049" cy="11704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1F3E2-C4D5-4A2D-B170-A29E311C4F3B}">
      <dsp:nvSpPr>
        <dsp:cNvPr id="0" name=""/>
        <dsp:cNvSpPr/>
      </dsp:nvSpPr>
      <dsp:spPr>
        <a:xfrm>
          <a:off x="1958978" y="248997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77033-9F76-4A4A-9DFF-34C6F622D78D}">
      <dsp:nvSpPr>
        <dsp:cNvPr id="0" name=""/>
        <dsp:cNvSpPr/>
      </dsp:nvSpPr>
      <dsp:spPr>
        <a:xfrm>
          <a:off x="2021547" y="363705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F95F8-7F85-4430-964E-16AA3430E3D3}">
      <dsp:nvSpPr>
        <dsp:cNvPr id="0" name=""/>
        <dsp:cNvSpPr/>
      </dsp:nvSpPr>
      <dsp:spPr>
        <a:xfrm>
          <a:off x="1479287" y="144716"/>
          <a:ext cx="191536" cy="19153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2D290-7CA1-4992-B81B-A0FCDB9E2285}">
      <dsp:nvSpPr>
        <dsp:cNvPr id="0" name=""/>
        <dsp:cNvSpPr/>
      </dsp:nvSpPr>
      <dsp:spPr>
        <a:xfrm>
          <a:off x="1072592" y="540983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851C1-6F32-4A3B-AA59-AAE934DD5E0A}">
      <dsp:nvSpPr>
        <dsp:cNvPr id="0" name=""/>
        <dsp:cNvSpPr/>
      </dsp:nvSpPr>
      <dsp:spPr>
        <a:xfrm>
          <a:off x="1135161" y="634835"/>
          <a:ext cx="117049" cy="11704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9B816-5AC6-4CE0-B349-A844AAB8C1C0}">
      <dsp:nvSpPr>
        <dsp:cNvPr id="0" name=""/>
        <dsp:cNvSpPr/>
      </dsp:nvSpPr>
      <dsp:spPr>
        <a:xfrm>
          <a:off x="1291582" y="718260"/>
          <a:ext cx="170254" cy="17025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674AA-E010-46AB-8228-47AAED67257B}">
      <dsp:nvSpPr>
        <dsp:cNvPr id="0" name=""/>
        <dsp:cNvSpPr/>
      </dsp:nvSpPr>
      <dsp:spPr>
        <a:xfrm>
          <a:off x="1510571" y="853825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00B3F-0B35-4FB9-A0CF-8994DE18EAA1}">
      <dsp:nvSpPr>
        <dsp:cNvPr id="0" name=""/>
        <dsp:cNvSpPr/>
      </dsp:nvSpPr>
      <dsp:spPr>
        <a:xfrm>
          <a:off x="1552284" y="718260"/>
          <a:ext cx="117049" cy="11704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DF6C6-0534-4CC4-8F21-20173D497082}">
      <dsp:nvSpPr>
        <dsp:cNvPr id="0" name=""/>
        <dsp:cNvSpPr/>
      </dsp:nvSpPr>
      <dsp:spPr>
        <a:xfrm>
          <a:off x="1656564" y="864253"/>
          <a:ext cx="74486" cy="7448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FD4DC-4B20-4D1A-B7E2-24EE21C92CD6}">
      <dsp:nvSpPr>
        <dsp:cNvPr id="0" name=""/>
        <dsp:cNvSpPr/>
      </dsp:nvSpPr>
      <dsp:spPr>
        <a:xfrm>
          <a:off x="1750417" y="697404"/>
          <a:ext cx="170254" cy="170254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E4AD4-8F7C-46C2-B79A-C8B9960EDC8B}">
      <dsp:nvSpPr>
        <dsp:cNvPr id="0" name=""/>
        <dsp:cNvSpPr/>
      </dsp:nvSpPr>
      <dsp:spPr>
        <a:xfrm>
          <a:off x="1979835" y="655691"/>
          <a:ext cx="117049" cy="11704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5D7425-1A69-4182-843B-DABB8A3C0FB3}">
      <dsp:nvSpPr>
        <dsp:cNvPr id="0" name=""/>
        <dsp:cNvSpPr/>
      </dsp:nvSpPr>
      <dsp:spPr>
        <a:xfrm>
          <a:off x="2096884" y="165399"/>
          <a:ext cx="343758" cy="656272"/>
        </a:xfrm>
        <a:prstGeom prst="chevron">
          <a:avLst>
            <a:gd name="adj" fmla="val 6231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95939-F3B8-4967-8591-02973D8FE042}">
      <dsp:nvSpPr>
        <dsp:cNvPr id="0" name=""/>
        <dsp:cNvSpPr/>
      </dsp:nvSpPr>
      <dsp:spPr>
        <a:xfrm>
          <a:off x="2440643" y="165717"/>
          <a:ext cx="937523" cy="656266"/>
        </a:xfrm>
        <a:prstGeom prst="rect">
          <a:avLst/>
        </a:prstGeom>
        <a:solidFill>
          <a:schemeClr val="bg1">
            <a:lumMod val="85000"/>
            <a:lumOff val="1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60 Input Instances</a:t>
          </a:r>
        </a:p>
      </dsp:txBody>
      <dsp:txXfrm>
        <a:off x="2440643" y="165717"/>
        <a:ext cx="937523" cy="656266"/>
      </dsp:txXfrm>
    </dsp:sp>
    <dsp:sp modelId="{ABA22DE9-2655-4029-8021-5B4D9E755322}">
      <dsp:nvSpPr>
        <dsp:cNvPr id="0" name=""/>
        <dsp:cNvSpPr/>
      </dsp:nvSpPr>
      <dsp:spPr>
        <a:xfrm>
          <a:off x="3378166" y="165399"/>
          <a:ext cx="343758" cy="656272"/>
        </a:xfrm>
        <a:prstGeom prst="chevron">
          <a:avLst>
            <a:gd name="adj" fmla="val 6231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46672-2CBD-4DF1-8E41-A3E7EF280073}">
      <dsp:nvSpPr>
        <dsp:cNvPr id="0" name=""/>
        <dsp:cNvSpPr/>
      </dsp:nvSpPr>
      <dsp:spPr>
        <a:xfrm>
          <a:off x="3721925" y="165717"/>
          <a:ext cx="937523" cy="656266"/>
        </a:xfrm>
        <a:prstGeom prst="rect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4 Styles</a:t>
          </a:r>
        </a:p>
      </dsp:txBody>
      <dsp:txXfrm>
        <a:off x="3721925" y="165717"/>
        <a:ext cx="937523" cy="656266"/>
      </dsp:txXfrm>
    </dsp:sp>
    <dsp:sp modelId="{51D25C74-9B16-42C5-A924-D02E704B0048}">
      <dsp:nvSpPr>
        <dsp:cNvPr id="0" name=""/>
        <dsp:cNvSpPr/>
      </dsp:nvSpPr>
      <dsp:spPr>
        <a:xfrm>
          <a:off x="4659448" y="165399"/>
          <a:ext cx="343758" cy="656272"/>
        </a:xfrm>
        <a:prstGeom prst="chevron">
          <a:avLst>
            <a:gd name="adj" fmla="val 6231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9C025-6065-4E81-9807-76F2FBABB174}">
      <dsp:nvSpPr>
        <dsp:cNvPr id="0" name=""/>
        <dsp:cNvSpPr/>
      </dsp:nvSpPr>
      <dsp:spPr>
        <a:xfrm>
          <a:off x="5040708" y="111163"/>
          <a:ext cx="796894" cy="796894"/>
        </a:xfrm>
        <a:prstGeom prst="ellipse">
          <a:avLst/>
        </a:prstGeom>
        <a:solidFill>
          <a:schemeClr val="bg1">
            <a:lumMod val="85000"/>
            <a:lumOff val="15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240 Runs</a:t>
          </a:r>
        </a:p>
      </dsp:txBody>
      <dsp:txXfrm>
        <a:off x="5157410" y="227865"/>
        <a:ext cx="563490" cy="563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77BF6-A31F-4411-B9DC-EFF9B09DF9E5}">
      <dsp:nvSpPr>
        <dsp:cNvPr id="0" name=""/>
        <dsp:cNvSpPr/>
      </dsp:nvSpPr>
      <dsp:spPr>
        <a:xfrm rot="16200000">
          <a:off x="-940996" y="1657949"/>
          <a:ext cx="2456688" cy="51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8332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3 Datasets</a:t>
          </a:r>
        </a:p>
      </dsp:txBody>
      <dsp:txXfrm>
        <a:off x="-940996" y="1657949"/>
        <a:ext cx="2456688" cy="519684"/>
      </dsp:txXfrm>
    </dsp:sp>
    <dsp:sp modelId="{6F079325-84B2-4384-8F9F-BC93AAFCC6DF}">
      <dsp:nvSpPr>
        <dsp:cNvPr id="0" name=""/>
        <dsp:cNvSpPr/>
      </dsp:nvSpPr>
      <dsp:spPr>
        <a:xfrm>
          <a:off x="547189" y="689447"/>
          <a:ext cx="2736234" cy="2456688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458332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REPLIQA (2024-25) →  Q/A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MultiHopQA (2025) → Reasoning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CCSum (2024) → Summarization</a:t>
          </a:r>
        </a:p>
      </dsp:txBody>
      <dsp:txXfrm>
        <a:off x="547189" y="689447"/>
        <a:ext cx="2736234" cy="2456688"/>
      </dsp:txXfrm>
    </dsp:sp>
    <dsp:sp modelId="{C0AFEB7D-EB62-4A54-9403-465DAF89B3E0}">
      <dsp:nvSpPr>
        <dsp:cNvPr id="0" name=""/>
        <dsp:cNvSpPr/>
      </dsp:nvSpPr>
      <dsp:spPr>
        <a:xfrm>
          <a:off x="27505" y="3464"/>
          <a:ext cx="1039368" cy="1039368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DA98C-26D7-4665-8B4C-88772B70A365}">
      <dsp:nvSpPr>
        <dsp:cNvPr id="0" name=""/>
        <dsp:cNvSpPr/>
      </dsp:nvSpPr>
      <dsp:spPr>
        <a:xfrm rot="16200000">
          <a:off x="3045513" y="1657949"/>
          <a:ext cx="2456688" cy="51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8332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Inputs</a:t>
          </a:r>
        </a:p>
      </dsp:txBody>
      <dsp:txXfrm>
        <a:off x="3045513" y="1657949"/>
        <a:ext cx="2456688" cy="519684"/>
      </dsp:txXfrm>
    </dsp:sp>
    <dsp:sp modelId="{67FB2D9D-E7B2-4CDA-82A8-F139BFD6FF85}">
      <dsp:nvSpPr>
        <dsp:cNvPr id="0" name=""/>
        <dsp:cNvSpPr/>
      </dsp:nvSpPr>
      <dsp:spPr>
        <a:xfrm>
          <a:off x="4533699" y="689447"/>
          <a:ext cx="2736234" cy="2456688"/>
        </a:xfrm>
        <a:prstGeom prst="rect">
          <a:avLst/>
        </a:prstGeom>
        <a:solidFill>
          <a:schemeClr val="bg1">
            <a:lumMod val="85000"/>
            <a:lumOff val="15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458332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20 input instances per dataset.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Each instance represents a single task (question or document).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4 Prompt Styles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400" b="1" kern="1200" dirty="0">
              <a:solidFill>
                <a:schemeClr val="tx1"/>
              </a:solidFill>
            </a:rPr>
            <a:t>Concise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400" b="1" kern="1200" dirty="0">
              <a:solidFill>
                <a:schemeClr val="tx1"/>
              </a:solidFill>
            </a:rPr>
            <a:t>Structured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400" b="1" kern="1200" dirty="0">
              <a:solidFill>
                <a:schemeClr val="tx1"/>
              </a:solidFill>
            </a:rPr>
            <a:t>Verbose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q"/>
          </a:pPr>
          <a:r>
            <a:rPr lang="en-US" sz="1400" b="1" kern="1200" dirty="0">
              <a:solidFill>
                <a:schemeClr val="tx1"/>
              </a:solidFill>
            </a:rPr>
            <a:t>Chain-of-Thought</a:t>
          </a:r>
        </a:p>
      </dsp:txBody>
      <dsp:txXfrm>
        <a:off x="4533699" y="689447"/>
        <a:ext cx="2736234" cy="2456688"/>
      </dsp:txXfrm>
    </dsp:sp>
    <dsp:sp modelId="{CC7E1CEE-856B-40E3-98B6-E1450E04C069}">
      <dsp:nvSpPr>
        <dsp:cNvPr id="0" name=""/>
        <dsp:cNvSpPr/>
      </dsp:nvSpPr>
      <dsp:spPr>
        <a:xfrm>
          <a:off x="4014015" y="3464"/>
          <a:ext cx="1039368" cy="1039368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0D075-5DBE-4A56-B354-D0E1872AD75D}">
      <dsp:nvSpPr>
        <dsp:cNvPr id="0" name=""/>
        <dsp:cNvSpPr/>
      </dsp:nvSpPr>
      <dsp:spPr>
        <a:xfrm rot="16200000">
          <a:off x="7032023" y="1657949"/>
          <a:ext cx="2456688" cy="519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58332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tx1"/>
              </a:solidFill>
            </a:rPr>
            <a:t>Total Runs</a:t>
          </a:r>
        </a:p>
      </dsp:txBody>
      <dsp:txXfrm>
        <a:off x="7032023" y="1657949"/>
        <a:ext cx="2456688" cy="519684"/>
      </dsp:txXfrm>
    </dsp:sp>
    <dsp:sp modelId="{CF39AB48-8EF6-479B-8638-285C7E647B48}">
      <dsp:nvSpPr>
        <dsp:cNvPr id="0" name=""/>
        <dsp:cNvSpPr/>
      </dsp:nvSpPr>
      <dsp:spPr>
        <a:xfrm>
          <a:off x="8520209" y="689447"/>
          <a:ext cx="2736234" cy="2456688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458332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>
              <a:solidFill>
                <a:schemeClr val="tx1"/>
              </a:solidFill>
            </a:rPr>
            <a:t>60 Inputs x 4 Styles = 240 Runs</a:t>
          </a:r>
          <a:br>
            <a:rPr lang="en-US" sz="1400" b="1" kern="1200" dirty="0">
              <a:solidFill>
                <a:schemeClr val="tx1"/>
              </a:solidFill>
            </a:rPr>
          </a:br>
          <a:endParaRPr lang="en-US" sz="1400" b="1" kern="1200" dirty="0">
            <a:solidFill>
              <a:schemeClr val="tx1"/>
            </a:solidFill>
          </a:endParaRPr>
        </a:p>
      </dsp:txBody>
      <dsp:txXfrm>
        <a:off x="8520209" y="689447"/>
        <a:ext cx="2736234" cy="2456688"/>
      </dsp:txXfrm>
    </dsp:sp>
    <dsp:sp modelId="{9C1C0B3C-82BF-4D76-8E18-31D8FC1F8ED2}">
      <dsp:nvSpPr>
        <dsp:cNvPr id="0" name=""/>
        <dsp:cNvSpPr/>
      </dsp:nvSpPr>
      <dsp:spPr>
        <a:xfrm>
          <a:off x="8000525" y="3464"/>
          <a:ext cx="1039368" cy="10393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39000" r="-39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7A11A-5E00-4102-9AA6-9E6A7F9A7EAF}">
      <dsp:nvSpPr>
        <dsp:cNvPr id="0" name=""/>
        <dsp:cNvSpPr/>
      </dsp:nvSpPr>
      <dsp:spPr>
        <a:xfrm>
          <a:off x="0" y="3639227"/>
          <a:ext cx="3600450" cy="341222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Visualization &amp; Modeling</a:t>
          </a:r>
        </a:p>
      </dsp:txBody>
      <dsp:txXfrm>
        <a:off x="0" y="3639227"/>
        <a:ext cx="3600450" cy="341222"/>
      </dsp:txXfrm>
    </dsp:sp>
    <dsp:sp modelId="{A3E28CC5-7711-486E-8F50-D8290529EC3B}">
      <dsp:nvSpPr>
        <dsp:cNvPr id="0" name=""/>
        <dsp:cNvSpPr/>
      </dsp:nvSpPr>
      <dsp:spPr>
        <a:xfrm rot="10800000">
          <a:off x="0" y="3119545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Aggregation &amp; Analysis</a:t>
          </a:r>
        </a:p>
      </dsp:txBody>
      <dsp:txXfrm rot="10800000">
        <a:off x="0" y="3119545"/>
        <a:ext cx="3600450" cy="340999"/>
      </dsp:txXfrm>
    </dsp:sp>
    <dsp:sp modelId="{CF5D661E-0E96-4F5B-AD1B-34CA033395A4}">
      <dsp:nvSpPr>
        <dsp:cNvPr id="0" name=""/>
        <dsp:cNvSpPr/>
      </dsp:nvSpPr>
      <dsp:spPr>
        <a:xfrm rot="10800000">
          <a:off x="0" y="2599863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Filtering failed runs &amp; validating metric consistency</a:t>
          </a:r>
          <a:endParaRPr lang="en-US" sz="1100" b="1" kern="1200" dirty="0"/>
        </a:p>
      </dsp:txBody>
      <dsp:txXfrm rot="10800000">
        <a:off x="0" y="2599863"/>
        <a:ext cx="3600450" cy="340999"/>
      </dsp:txXfrm>
    </dsp:sp>
    <dsp:sp modelId="{256A7309-67B0-40C1-9A58-7C5A94259DCB}">
      <dsp:nvSpPr>
        <dsp:cNvPr id="0" name=""/>
        <dsp:cNvSpPr/>
      </dsp:nvSpPr>
      <dsp:spPr>
        <a:xfrm rot="10800000">
          <a:off x="0" y="2080181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Data Logging (CSV)</a:t>
          </a:r>
        </a:p>
      </dsp:txBody>
      <dsp:txXfrm rot="10800000">
        <a:off x="0" y="2080181"/>
        <a:ext cx="3600450" cy="340999"/>
      </dsp:txXfrm>
    </dsp:sp>
    <dsp:sp modelId="{DAF1743B-791B-479B-A3A1-3577676DE1D8}">
      <dsp:nvSpPr>
        <dsp:cNvPr id="0" name=""/>
        <dsp:cNvSpPr/>
      </dsp:nvSpPr>
      <dsp:spPr>
        <a:xfrm rot="10800000">
          <a:off x="0" y="1560499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Energy Computation (Power → Joules)</a:t>
          </a:r>
        </a:p>
      </dsp:txBody>
      <dsp:txXfrm rot="10800000">
        <a:off x="0" y="1560499"/>
        <a:ext cx="3600450" cy="340999"/>
      </dsp:txXfrm>
    </dsp:sp>
    <dsp:sp modelId="{7E405429-74F2-422B-903C-038AEC25AA04}">
      <dsp:nvSpPr>
        <dsp:cNvPr id="0" name=""/>
        <dsp:cNvSpPr/>
      </dsp:nvSpPr>
      <dsp:spPr>
        <a:xfrm rot="10800000">
          <a:off x="0" y="1040817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Metric Collection (Tokens, Latency, Power)</a:t>
          </a:r>
        </a:p>
      </dsp:txBody>
      <dsp:txXfrm rot="10800000">
        <a:off x="0" y="1040817"/>
        <a:ext cx="3600450" cy="340999"/>
      </dsp:txXfrm>
    </dsp:sp>
    <dsp:sp modelId="{5CDF33D8-A963-497F-A784-68A52C26BE5F}">
      <dsp:nvSpPr>
        <dsp:cNvPr id="0" name=""/>
        <dsp:cNvSpPr/>
      </dsp:nvSpPr>
      <dsp:spPr>
        <a:xfrm rot="10800000">
          <a:off x="0" y="521134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Model Inference (Ollama / LLM)</a:t>
          </a:r>
        </a:p>
      </dsp:txBody>
      <dsp:txXfrm rot="10800000">
        <a:off x="0" y="521134"/>
        <a:ext cx="3600450" cy="340999"/>
      </dsp:txXfrm>
    </dsp:sp>
    <dsp:sp modelId="{B3CBBC07-2FFA-459B-96FA-4FD49A5AC9BA}">
      <dsp:nvSpPr>
        <dsp:cNvPr id="0" name=""/>
        <dsp:cNvSpPr/>
      </dsp:nvSpPr>
      <dsp:spPr>
        <a:xfrm rot="10800000">
          <a:off x="0" y="1452"/>
          <a:ext cx="3600450" cy="524800"/>
        </a:xfrm>
        <a:prstGeom prst="upArrowCallout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Prompt Design</a:t>
          </a:r>
        </a:p>
      </dsp:txBody>
      <dsp:txXfrm rot="10800000">
        <a:off x="0" y="1452"/>
        <a:ext cx="3600450" cy="3409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7B216-6761-4A3B-8806-001123595FD7}">
      <dsp:nvSpPr>
        <dsp:cNvPr id="0" name=""/>
        <dsp:cNvSpPr/>
      </dsp:nvSpPr>
      <dsp:spPr>
        <a:xfrm>
          <a:off x="0" y="262"/>
          <a:ext cx="9359900" cy="478820"/>
        </a:xfrm>
        <a:prstGeom prst="roundRect">
          <a:avLst/>
        </a:prstGeom>
        <a:solidFill>
          <a:schemeClr val="bg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Built an automated pipeline that controls prompts, execution and metric logging across runs.</a:t>
          </a:r>
        </a:p>
      </dsp:txBody>
      <dsp:txXfrm>
        <a:off x="23374" y="23636"/>
        <a:ext cx="9313152" cy="4320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E8C3BA-49D2-4D2D-9E8D-A0B5A5B02D37}">
      <dsp:nvSpPr>
        <dsp:cNvPr id="0" name=""/>
        <dsp:cNvSpPr/>
      </dsp:nvSpPr>
      <dsp:spPr>
        <a:xfrm>
          <a:off x="29" y="34064"/>
          <a:ext cx="2801094" cy="10368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Experiments automatically iterate across:</a:t>
          </a:r>
        </a:p>
      </dsp:txBody>
      <dsp:txXfrm>
        <a:off x="29" y="34064"/>
        <a:ext cx="2801094" cy="1036800"/>
      </dsp:txXfrm>
    </dsp:sp>
    <dsp:sp modelId="{0E3538EF-BC28-470F-A3E2-4F62CAFAE28B}">
      <dsp:nvSpPr>
        <dsp:cNvPr id="0" name=""/>
        <dsp:cNvSpPr/>
      </dsp:nvSpPr>
      <dsp:spPr>
        <a:xfrm>
          <a:off x="29" y="1070865"/>
          <a:ext cx="2801094" cy="15811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Datasets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Prompt Styles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Each Configuration executed ~60 times for statistical reliability.</a:t>
          </a:r>
        </a:p>
      </dsp:txBody>
      <dsp:txXfrm>
        <a:off x="29" y="1070865"/>
        <a:ext cx="2801094" cy="1581120"/>
      </dsp:txXfrm>
    </dsp:sp>
    <dsp:sp modelId="{712B068F-BE57-4337-8737-E1D01AEE8377}">
      <dsp:nvSpPr>
        <dsp:cNvPr id="0" name=""/>
        <dsp:cNvSpPr/>
      </dsp:nvSpPr>
      <dsp:spPr>
        <a:xfrm>
          <a:off x="3193276" y="34064"/>
          <a:ext cx="2801094" cy="10368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For each run, we record:</a:t>
          </a:r>
        </a:p>
      </dsp:txBody>
      <dsp:txXfrm>
        <a:off x="3193276" y="34064"/>
        <a:ext cx="2801094" cy="1036800"/>
      </dsp:txXfrm>
    </dsp:sp>
    <dsp:sp modelId="{D2CB774B-8322-4D5F-A989-256AEBDC3355}">
      <dsp:nvSpPr>
        <dsp:cNvPr id="0" name=""/>
        <dsp:cNvSpPr/>
      </dsp:nvSpPr>
      <dsp:spPr>
        <a:xfrm>
          <a:off x="3193276" y="1070865"/>
          <a:ext cx="2801094" cy="158112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Input Tokens, Output Tokens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Latency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Energy &amp; Power (via tegrastats)</a:t>
          </a:r>
        </a:p>
      </dsp:txBody>
      <dsp:txXfrm>
        <a:off x="3193276" y="1070865"/>
        <a:ext cx="2801094" cy="15811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FCA475-7A63-490B-A271-E204E34694E0}">
      <dsp:nvSpPr>
        <dsp:cNvPr id="0" name=""/>
        <dsp:cNvSpPr/>
      </dsp:nvSpPr>
      <dsp:spPr>
        <a:xfrm>
          <a:off x="0" y="1343640"/>
          <a:ext cx="11365176" cy="1791520"/>
        </a:xfrm>
        <a:prstGeom prst="notched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76253-318E-4AF5-8A2D-57265FEF33B8}">
      <dsp:nvSpPr>
        <dsp:cNvPr id="0" name=""/>
        <dsp:cNvSpPr/>
      </dsp:nvSpPr>
      <dsp:spPr>
        <a:xfrm>
          <a:off x="874" y="0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Initial hypothesis was that prompt style would affect energy directly.</a:t>
          </a:r>
        </a:p>
      </dsp:txBody>
      <dsp:txXfrm>
        <a:off x="874" y="0"/>
        <a:ext cx="1400946" cy="1791520"/>
      </dsp:txXfrm>
    </dsp:sp>
    <dsp:sp modelId="{0D0001A5-E049-45CC-AA66-32B317AAFD00}">
      <dsp:nvSpPr>
        <dsp:cNvPr id="0" name=""/>
        <dsp:cNvSpPr/>
      </dsp:nvSpPr>
      <dsp:spPr>
        <a:xfrm>
          <a:off x="477407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9231C-012B-42AD-98F6-2D7310F61A68}">
      <dsp:nvSpPr>
        <dsp:cNvPr id="0" name=""/>
        <dsp:cNvSpPr/>
      </dsp:nvSpPr>
      <dsp:spPr>
        <a:xfrm>
          <a:off x="1471867" y="2687281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But from the analysis and results we can observe, it is more of an indirect relation.</a:t>
          </a:r>
        </a:p>
      </dsp:txBody>
      <dsp:txXfrm>
        <a:off x="1471867" y="2687281"/>
        <a:ext cx="1400946" cy="1791520"/>
      </dsp:txXfrm>
    </dsp:sp>
    <dsp:sp modelId="{E9A9E7EE-DF98-4F87-8AFC-0E41A3595D73}">
      <dsp:nvSpPr>
        <dsp:cNvPr id="0" name=""/>
        <dsp:cNvSpPr/>
      </dsp:nvSpPr>
      <dsp:spPr>
        <a:xfrm>
          <a:off x="1948401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B70EA3-2167-43B5-BCDC-DB5F71C2FFC4}">
      <dsp:nvSpPr>
        <dsp:cNvPr id="0" name=""/>
        <dsp:cNvSpPr/>
      </dsp:nvSpPr>
      <dsp:spPr>
        <a:xfrm>
          <a:off x="2942861" y="0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Prompt style changes how much output the model generates.</a:t>
          </a:r>
        </a:p>
      </dsp:txBody>
      <dsp:txXfrm>
        <a:off x="2942861" y="0"/>
        <a:ext cx="1400946" cy="1791520"/>
      </dsp:txXfrm>
    </dsp:sp>
    <dsp:sp modelId="{2E447BBF-9067-441D-8B9E-903F74A53304}">
      <dsp:nvSpPr>
        <dsp:cNvPr id="0" name=""/>
        <dsp:cNvSpPr/>
      </dsp:nvSpPr>
      <dsp:spPr>
        <a:xfrm>
          <a:off x="3419395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B8C3D-9584-46E7-92BE-603BE38F319B}">
      <dsp:nvSpPr>
        <dsp:cNvPr id="0" name=""/>
        <dsp:cNvSpPr/>
      </dsp:nvSpPr>
      <dsp:spPr>
        <a:xfrm>
          <a:off x="4413855" y="2687281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Long responses produce more output tokens.</a:t>
          </a:r>
        </a:p>
      </dsp:txBody>
      <dsp:txXfrm>
        <a:off x="4413855" y="2687281"/>
        <a:ext cx="1400946" cy="1791520"/>
      </dsp:txXfrm>
    </dsp:sp>
    <dsp:sp modelId="{A57CE27B-0A40-4CB0-A631-91A990B41688}">
      <dsp:nvSpPr>
        <dsp:cNvPr id="0" name=""/>
        <dsp:cNvSpPr/>
      </dsp:nvSpPr>
      <dsp:spPr>
        <a:xfrm>
          <a:off x="4890389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15973-6F84-4E5D-89C8-549573AAD91F}">
      <dsp:nvSpPr>
        <dsp:cNvPr id="0" name=""/>
        <dsp:cNvSpPr/>
      </dsp:nvSpPr>
      <dsp:spPr>
        <a:xfrm>
          <a:off x="5884849" y="0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And more output tokens increase the latency and computation.</a:t>
          </a:r>
        </a:p>
      </dsp:txBody>
      <dsp:txXfrm>
        <a:off x="5884849" y="0"/>
        <a:ext cx="1400946" cy="1791520"/>
      </dsp:txXfrm>
    </dsp:sp>
    <dsp:sp modelId="{A9D01B26-4ABF-4AEB-BACF-919E56775D89}">
      <dsp:nvSpPr>
        <dsp:cNvPr id="0" name=""/>
        <dsp:cNvSpPr/>
      </dsp:nvSpPr>
      <dsp:spPr>
        <a:xfrm>
          <a:off x="6361383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A4868-783F-4343-AB33-6CFF05957A6E}">
      <dsp:nvSpPr>
        <dsp:cNvPr id="0" name=""/>
        <dsp:cNvSpPr/>
      </dsp:nvSpPr>
      <dsp:spPr>
        <a:xfrm>
          <a:off x="7355843" y="2687281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Higher latency leads to higher energy consumption.</a:t>
          </a:r>
        </a:p>
      </dsp:txBody>
      <dsp:txXfrm>
        <a:off x="7355843" y="2687281"/>
        <a:ext cx="1400946" cy="1791520"/>
      </dsp:txXfrm>
    </dsp:sp>
    <dsp:sp modelId="{E9D53755-859D-4187-87CD-0F290EF63B96}">
      <dsp:nvSpPr>
        <dsp:cNvPr id="0" name=""/>
        <dsp:cNvSpPr/>
      </dsp:nvSpPr>
      <dsp:spPr>
        <a:xfrm>
          <a:off x="7832377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92521-ED63-4CCF-9F9D-808ED0A13A88}">
      <dsp:nvSpPr>
        <dsp:cNvPr id="0" name=""/>
        <dsp:cNvSpPr/>
      </dsp:nvSpPr>
      <dsp:spPr>
        <a:xfrm>
          <a:off x="8826837" y="0"/>
          <a:ext cx="1400946" cy="1791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So prompt style affects energy indirectly through output length and runtime.</a:t>
          </a:r>
        </a:p>
      </dsp:txBody>
      <dsp:txXfrm>
        <a:off x="8826837" y="0"/>
        <a:ext cx="1400946" cy="1791520"/>
      </dsp:txXfrm>
    </dsp:sp>
    <dsp:sp modelId="{86D7E21A-7C7F-4262-8CE9-72FCFDE05077}">
      <dsp:nvSpPr>
        <dsp:cNvPr id="0" name=""/>
        <dsp:cNvSpPr/>
      </dsp:nvSpPr>
      <dsp:spPr>
        <a:xfrm>
          <a:off x="9303370" y="2015460"/>
          <a:ext cx="447880" cy="447880"/>
        </a:xfrm>
        <a:prstGeom prst="ellipse">
          <a:avLst/>
        </a:prstGeom>
        <a:solidFill>
          <a:schemeClr val="tx1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58039-19A1-431E-8778-D463E47D6870}">
      <dsp:nvSpPr>
        <dsp:cNvPr id="0" name=""/>
        <dsp:cNvSpPr/>
      </dsp:nvSpPr>
      <dsp:spPr>
        <a:xfrm>
          <a:off x="0" y="581"/>
          <a:ext cx="1060883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556E2-9C0B-4203-9EBA-E67FFA899765}">
      <dsp:nvSpPr>
        <dsp:cNvPr id="0" name=""/>
        <dsp:cNvSpPr/>
      </dsp:nvSpPr>
      <dsp:spPr>
        <a:xfrm>
          <a:off x="0" y="581"/>
          <a:ext cx="10608833" cy="95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Prompt design doesn’t directly affect energy</a:t>
          </a:r>
          <a:endParaRPr lang="en-US" sz="2800" b="0" kern="1200" dirty="0"/>
        </a:p>
      </dsp:txBody>
      <dsp:txXfrm>
        <a:off x="0" y="581"/>
        <a:ext cx="10608833" cy="952894"/>
      </dsp:txXfrm>
    </dsp:sp>
    <dsp:sp modelId="{19045837-A955-45FE-A0B5-5F755069A0B5}">
      <dsp:nvSpPr>
        <dsp:cNvPr id="0" name=""/>
        <dsp:cNvSpPr/>
      </dsp:nvSpPr>
      <dsp:spPr>
        <a:xfrm>
          <a:off x="0" y="953476"/>
          <a:ext cx="1060883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7C9D2-B7FA-4A4D-9D00-86C59DACDA3E}">
      <dsp:nvSpPr>
        <dsp:cNvPr id="0" name=""/>
        <dsp:cNvSpPr/>
      </dsp:nvSpPr>
      <dsp:spPr>
        <a:xfrm>
          <a:off x="0" y="953476"/>
          <a:ext cx="10608833" cy="95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The main reason for energy use is output tokens.</a:t>
          </a:r>
        </a:p>
      </dsp:txBody>
      <dsp:txXfrm>
        <a:off x="0" y="953476"/>
        <a:ext cx="10608833" cy="952894"/>
      </dsp:txXfrm>
    </dsp:sp>
    <dsp:sp modelId="{1BEA8BFC-E007-4050-818E-703A9D1E6972}">
      <dsp:nvSpPr>
        <dsp:cNvPr id="0" name=""/>
        <dsp:cNvSpPr/>
      </dsp:nvSpPr>
      <dsp:spPr>
        <a:xfrm>
          <a:off x="0" y="1906371"/>
          <a:ext cx="1060883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009CE-8115-44DC-BD4C-C00059CFEC64}">
      <dsp:nvSpPr>
        <dsp:cNvPr id="0" name=""/>
        <dsp:cNvSpPr/>
      </dsp:nvSpPr>
      <dsp:spPr>
        <a:xfrm>
          <a:off x="0" y="1906371"/>
          <a:ext cx="10608833" cy="95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Latency has a strong relationship with energy use.</a:t>
          </a:r>
          <a:endParaRPr lang="en-US" sz="2800" b="0" kern="1200" dirty="0"/>
        </a:p>
      </dsp:txBody>
      <dsp:txXfrm>
        <a:off x="0" y="1906371"/>
        <a:ext cx="10608833" cy="952894"/>
      </dsp:txXfrm>
    </dsp:sp>
    <dsp:sp modelId="{C457D63D-DEA2-4FB5-ADD2-B474AF85A1C7}">
      <dsp:nvSpPr>
        <dsp:cNvPr id="0" name=""/>
        <dsp:cNvSpPr/>
      </dsp:nvSpPr>
      <dsp:spPr>
        <a:xfrm>
          <a:off x="0" y="2859266"/>
          <a:ext cx="1060883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062FB-1F87-446C-B635-FCD5233A0D9B}">
      <dsp:nvSpPr>
        <dsp:cNvPr id="0" name=""/>
        <dsp:cNvSpPr/>
      </dsp:nvSpPr>
      <dsp:spPr>
        <a:xfrm>
          <a:off x="0" y="2859266"/>
          <a:ext cx="10608833" cy="95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Runtime behavior determines energy.</a:t>
          </a:r>
          <a:endParaRPr lang="en-US" sz="2800" b="0" kern="1200" dirty="0"/>
        </a:p>
      </dsp:txBody>
      <dsp:txXfrm>
        <a:off x="0" y="2859266"/>
        <a:ext cx="10608833" cy="952894"/>
      </dsp:txXfrm>
    </dsp:sp>
    <dsp:sp modelId="{F3831A0A-DC5A-4AC3-9B68-3970B476F629}">
      <dsp:nvSpPr>
        <dsp:cNvPr id="0" name=""/>
        <dsp:cNvSpPr/>
      </dsp:nvSpPr>
      <dsp:spPr>
        <a:xfrm>
          <a:off x="0" y="3812161"/>
          <a:ext cx="1060883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273AB-CB8A-430F-B274-5E5C42518FD8}">
      <dsp:nvSpPr>
        <dsp:cNvPr id="0" name=""/>
        <dsp:cNvSpPr/>
      </dsp:nvSpPr>
      <dsp:spPr>
        <a:xfrm>
          <a:off x="0" y="3812161"/>
          <a:ext cx="10608833" cy="95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Efficient prompts can help improve edge AI sustainability indirectly.</a:t>
          </a:r>
        </a:p>
      </dsp:txBody>
      <dsp:txXfrm>
        <a:off x="0" y="3812161"/>
        <a:ext cx="10608833" cy="9528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D9D0A1-3EB0-E031-BAE5-3DD7060FE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564EB-1482-FA6B-6725-0A9FBAF35C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A449F-CA19-C644-B32D-A783ACBE1860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EADCC-4F6B-3A9A-23F3-55644CD7A1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484E5-2F2A-1110-1934-A8267C7FAA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B9357-C150-AC46-93E8-F2143FEAB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235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C2CA2-E974-394C-A440-531799862382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19AC9-A502-8045-B127-3DE1C5D607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0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19AC9-A502-8045-B127-3DE1C5D607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16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19AC9-A502-8045-B127-3DE1C5D607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8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56569-868E-408A-0064-3EAB50375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E2F61-9F47-1368-D224-06F45DC47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69041-D90C-09A7-4EA1-3F8E60212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B424B-EB2E-0F90-ED1E-99588B79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7D573-DEEF-9CC0-5B25-C6A297D0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3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8CEC6-60FA-96AA-29E5-B33C063C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B6E5-FE5B-F3EA-DE68-1AE1572AF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70974-C659-C18B-3793-D4093DCF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B454E-2BFF-FEDA-8558-1371DA349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EBC49-694B-1F45-4FBA-C963DA6E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1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218F-91F2-EA40-EF5D-6FCE6DEE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2869C-A4BB-97AF-0005-F109CDFF9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E51BE-4CF8-6015-2BB1-8DC993E1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5FAA-22BB-DABC-D856-D074CBF3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BF2B3-D052-4B93-D915-1B92C0AFA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55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CAE8-B306-69E7-DDE3-31C15B33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328E1-3799-1789-CB59-4922AB54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4649B-A4DB-38DF-1707-349C30087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B78B1-97BA-53FA-160D-36BF683D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EA7B0-F4EB-D722-3CE1-9EC1AE6F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E84DE-56B0-18CC-9085-5E4B9775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81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32E5-4C1F-64C1-45DD-2165BEB11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1F175-3CDA-5CBF-0BD0-DA0932113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BD35C-5834-1653-AC24-3EADBD1D5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9F91E-6EFC-2437-26F3-8FE4EC513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D2CAFE-8214-DA6E-90BA-28718B0F6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2E46B-FAE8-0F80-D287-05DA306F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FD08B-3C84-AD78-4E15-F1697F438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8E36C-F07A-25DE-05D4-CA259886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1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7FED-B91B-41E2-A0DA-BD5008042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39C9D-E152-0E26-3FC9-7E310EEE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D23CE-DD43-3A74-B819-D763782C1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77E628-C9F0-2E77-2AF8-EC27CAD3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393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FA147-DFBF-AC4B-AA71-838F9359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CF719-1AF8-4630-22B2-C5586BB4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10DA6-FB31-FDA4-EB5A-B47D2DD7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30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27A1-1501-52F9-1A31-9D97CA0C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7B5C-D3A5-E3EB-BFB0-BDA9A0B8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B4D77-56D3-76CF-48F1-783905050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397C9-9D45-CFF5-C339-677FC0857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8A518-E220-CCB2-146C-9710907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77B83-A8BC-680C-8021-40929FCB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8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FF26-89D3-0349-0967-09889CDD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CDB45-25C2-720A-BEF8-37B65696FD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18A88-3AF7-9BF8-9111-3C2E8FF8F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78348-0A96-297C-F062-AE0C5857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502C9-2763-96B9-D0FF-02B94B55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94A6B-57DA-892B-F460-92F61491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47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6478-5DE4-EBFB-049B-F01150D4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6AD5-2178-DF6F-6061-E1FDB00E7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8A222-44E3-8F3D-2BBA-669DAC1D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B14EC-6171-8C89-35DE-67D57999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7CA27-4644-0329-073B-F5201E89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96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E2033-5D89-9C42-EA73-F20753C28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16226-EF96-71F9-9A80-BD733A068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DFE8B-0EBF-1E06-2530-A5810601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5DEB1-360C-5839-BC99-0512E162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989F-8DC6-A4F2-9375-E9E722CD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6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3CB08E-6A05-DC6E-D131-DF076EE9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F8D8-6574-70C2-FD1F-09F290916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0AA22-6379-7EB4-3CAC-B9F28AE1B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1200-2865-59C8-00F7-59F281A65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F61DA-AF41-6AC0-F4FE-56A3167E1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54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healthgrad.com/medical/best-value-lowest-cost-acpe-accredited-pharmd-programs-by-region-for-2019-20/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hyperlink" Target="https://androidpc.es/se-filtran-datos-de-la-nueva-nvidia-shield-tablet-2/" TargetMode="Externa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10.jp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mmaniuel26/Practicum-2" TargetMode="External"/><Relationship Id="rId2" Type="http://schemas.openxmlformats.org/officeDocument/2006/relationships/hyperlink" Target="mailto:udammu@regis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ealthgrad.com/medical/best-value-lowest-cost-acpe-accredited-pharmd-programs-by-region-for-2019-20/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7242-DE5D-1330-3955-8A41F0E7A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2" y="3710614"/>
            <a:ext cx="12050153" cy="1071586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b="1" u="sng" dirty="0"/>
              <a:t>Energy Implications of Prompt Design in Edge-Based LLM Inference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AABC8-488D-D54C-4462-8C663BBA6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38" b="11895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5EBA921-DD9C-8530-E44B-83C101D63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8581" y="4782200"/>
            <a:ext cx="5771174" cy="1837932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1600" dirty="0"/>
              <a:t>Uttam Emmaniuel Dammu</a:t>
            </a:r>
          </a:p>
          <a:p>
            <a:r>
              <a:rPr lang="en-US" sz="1600" dirty="0"/>
              <a:t>Anderson College of Business and Computing, Regis University</a:t>
            </a:r>
          </a:p>
          <a:p>
            <a:r>
              <a:rPr lang="en-US" sz="1600" dirty="0"/>
              <a:t>MSDS 696 – Data Science Practicum II</a:t>
            </a:r>
          </a:p>
          <a:p>
            <a:r>
              <a:rPr lang="en-US" sz="1600" b="1" dirty="0"/>
              <a:t>Professor:</a:t>
            </a:r>
            <a:r>
              <a:rPr lang="en-US" sz="1600" dirty="0"/>
              <a:t> Dr. Ghulam Mujtaba</a:t>
            </a:r>
          </a:p>
          <a:p>
            <a:r>
              <a:rPr lang="en-US" sz="1600" b="1" dirty="0"/>
              <a:t>Mentor:</a:t>
            </a:r>
            <a:r>
              <a:rPr lang="en-US" sz="1600" dirty="0"/>
              <a:t> Dr. Kellen Sorauf</a:t>
            </a:r>
          </a:p>
          <a:p>
            <a:r>
              <a:rPr lang="en-US" sz="1600" dirty="0"/>
              <a:t>April 30, 2025</a:t>
            </a:r>
          </a:p>
        </p:txBody>
      </p:sp>
      <p:pic>
        <p:nvPicPr>
          <p:cNvPr id="5" name="Picture 4" descr="A logo with blue and yellow text&#10;&#10;AI-generated content may be incorrect.">
            <a:extLst>
              <a:ext uri="{FF2B5EF4-FFF2-40B4-BE49-F238E27FC236}">
                <a16:creationId xmlns:a16="http://schemas.microsoft.com/office/drawing/2014/main" id="{583EEFDD-35D3-C412-3979-C6E86DFA8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788820" y="0"/>
            <a:ext cx="1390425" cy="50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4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5210-F673-CAD2-7777-8B7F2168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550333"/>
            <a:ext cx="4464050" cy="717549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2. Problem &amp; Goal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D9BE088-D064-6284-3B94-0F03C27C4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04519"/>
              </p:ext>
            </p:extLst>
          </p:nvPr>
        </p:nvGraphicFramePr>
        <p:xfrm>
          <a:off x="592455" y="1914525"/>
          <a:ext cx="4530725" cy="3028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74598D5-9CC4-1AFC-C45B-BED3F6BB321A}"/>
              </a:ext>
            </a:extLst>
          </p:cNvPr>
          <p:cNvSpPr txBox="1"/>
          <p:nvPr/>
        </p:nvSpPr>
        <p:spPr>
          <a:xfrm>
            <a:off x="5251450" y="3575768"/>
            <a:ext cx="66706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Does Prompt Design Affect </a:t>
            </a:r>
          </a:p>
          <a:p>
            <a:pPr algn="ctr"/>
            <a:r>
              <a:rPr lang="en-US" sz="2800" b="1" i="1" dirty="0"/>
              <a:t>Energy Consumption during LLM inference?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D6797-8BF4-86CC-6BE7-C1E132A063B0}"/>
              </a:ext>
            </a:extLst>
          </p:cNvPr>
          <p:cNvSpPr txBox="1"/>
          <p:nvPr/>
        </p:nvSpPr>
        <p:spPr>
          <a:xfrm>
            <a:off x="814387" y="5619234"/>
            <a:ext cx="10563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Goal: Analyze how prompt styles affect tokens, latency and energy.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0B0952-1598-AB42-0FD2-EA32730DD0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674469"/>
              </p:ext>
            </p:extLst>
          </p:nvPr>
        </p:nvGraphicFramePr>
        <p:xfrm>
          <a:off x="6095999" y="909108"/>
          <a:ext cx="4171950" cy="2010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00537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4242B-AE9E-3D22-0944-12A8EDE71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899" y="273049"/>
            <a:ext cx="7416801" cy="768350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Dataset &amp; Experimental Setup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0C1037-6769-E86D-A062-89548589C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4617164"/>
              </p:ext>
            </p:extLst>
          </p:nvPr>
        </p:nvGraphicFramePr>
        <p:xfrm>
          <a:off x="2622151" y="4650027"/>
          <a:ext cx="6947697" cy="947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8904EBD-8C7B-81CC-6519-56DFCEBF21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075200"/>
              </p:ext>
            </p:extLst>
          </p:nvPr>
        </p:nvGraphicFramePr>
        <p:xfrm>
          <a:off x="730250" y="1219200"/>
          <a:ext cx="11283950" cy="314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0327D4-5A86-F9A4-8498-5003A48D2122}"/>
              </a:ext>
            </a:extLst>
          </p:cNvPr>
          <p:cNvSpPr txBox="1"/>
          <p:nvPr/>
        </p:nvSpPr>
        <p:spPr>
          <a:xfrm>
            <a:off x="1086311" y="5719363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Device: </a:t>
            </a:r>
            <a:r>
              <a:rPr lang="en-US" b="1" dirty="0"/>
              <a:t>Jetson Orin Nano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448788-79A2-F227-566C-7110C00520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2123100" y="6152724"/>
            <a:ext cx="1241122" cy="32062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F35905-64CA-2CDC-E9E5-D2270AC5681C}"/>
              </a:ext>
            </a:extLst>
          </p:cNvPr>
          <p:cNvCxnSpPr>
            <a:cxnSpLocks/>
          </p:cNvCxnSpPr>
          <p:nvPr/>
        </p:nvCxnSpPr>
        <p:spPr>
          <a:xfrm>
            <a:off x="6083295" y="5879145"/>
            <a:ext cx="0" cy="54715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58356BF-64BE-139A-2226-60EE51207C81}"/>
              </a:ext>
            </a:extLst>
          </p:cNvPr>
          <p:cNvSpPr txBox="1"/>
          <p:nvPr/>
        </p:nvSpPr>
        <p:spPr>
          <a:xfrm>
            <a:off x="6565899" y="5719363"/>
            <a:ext cx="507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Metrics Collected: </a:t>
            </a:r>
            <a:r>
              <a:rPr lang="en-US" b="1" dirty="0"/>
              <a:t>Tokens, Latency, Energy, 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12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84BD-F454-97CD-8212-4C3187E7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78775"/>
            <a:ext cx="10582088" cy="67451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/>
              <a:t>4. Data Collection &amp; Experimental Pipeline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2F6DEFB-45A0-DD51-9B34-2233934E4E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934558"/>
              </p:ext>
            </p:extLst>
          </p:nvPr>
        </p:nvGraphicFramePr>
        <p:xfrm>
          <a:off x="615950" y="1955347"/>
          <a:ext cx="3600450" cy="3981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E3321E9-6D39-71EB-AEBB-ABE621DD7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7917962"/>
              </p:ext>
            </p:extLst>
          </p:nvPr>
        </p:nvGraphicFramePr>
        <p:xfrm>
          <a:off x="1416050" y="1032060"/>
          <a:ext cx="9359900" cy="479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8A7D7583-635E-ACC8-58CF-821ED986FA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3572695"/>
              </p:ext>
            </p:extLst>
          </p:nvPr>
        </p:nvGraphicFramePr>
        <p:xfrm>
          <a:off x="660400" y="5740973"/>
          <a:ext cx="6838950" cy="461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BE1472DB-3E2F-7C31-B639-DAA41276F4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325308"/>
              </p:ext>
            </p:extLst>
          </p:nvPr>
        </p:nvGraphicFramePr>
        <p:xfrm>
          <a:off x="4978402" y="2162175"/>
          <a:ext cx="5994400" cy="2686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171122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27C7-CEEF-B039-13C9-94AD61F9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13" y="502061"/>
            <a:ext cx="4080717" cy="891059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/>
          <a:p>
            <a:pPr algn="ctr"/>
            <a:r>
              <a:rPr lang="en-US" sz="2800" b="1" dirty="0"/>
              <a:t>5. Impact of Prompt Style on Energy &amp; Latency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81764-5919-8A82-17DC-480E018F5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189" y="1771650"/>
            <a:ext cx="3788547" cy="471908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Energy consumption scales linearly with latency across all prompt styles.</a:t>
            </a:r>
          </a:p>
          <a:p>
            <a:r>
              <a:rPr lang="en-US" sz="2400" dirty="0"/>
              <a:t>Structured prompts shows the highest consumption of energy followed by concise prompts. </a:t>
            </a:r>
          </a:p>
          <a:p>
            <a:r>
              <a:rPr lang="en-US" sz="2400" dirty="0"/>
              <a:t>Structured uses ~18% more energy than Chain-of-Thought.</a:t>
            </a:r>
          </a:p>
          <a:p>
            <a:r>
              <a:rPr lang="en-US" sz="2400" dirty="0"/>
              <a:t>Chain-of-thought prompts were unexpectedly more efficient in this setup.</a:t>
            </a:r>
          </a:p>
          <a:p>
            <a:r>
              <a:rPr lang="en-US" sz="2400" dirty="0"/>
              <a:t>Each point represents average across 60 runs per prompt style.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D1F00-3E50-9B59-73BD-028DAA59B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436" y="1069460"/>
            <a:ext cx="7652951" cy="4719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730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84249-1EB5-92F7-D9BA-991566466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66" y="425736"/>
            <a:ext cx="4171614" cy="1549013"/>
          </a:xfrm>
          <a:ln>
            <a:solidFill>
              <a:schemeClr val="tx1"/>
            </a:solidFill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700" b="1" dirty="0"/>
              <a:t>6. Impact of Output Tokens on Energy Consumption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F2862-0FE6-0664-48E6-2190E2E5A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2400484"/>
            <a:ext cx="4459287" cy="394652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Energy consumption increases with output tokens length.</a:t>
            </a:r>
          </a:p>
          <a:p>
            <a:r>
              <a:rPr lang="en-US" sz="2400" dirty="0"/>
              <a:t>Strong positive correlation (r ≈ 0.9).</a:t>
            </a:r>
          </a:p>
          <a:p>
            <a:r>
              <a:rPr lang="en-US" sz="2400" dirty="0"/>
              <a:t>Longer responses require more computation and latency.</a:t>
            </a:r>
          </a:p>
          <a:p>
            <a:r>
              <a:rPr lang="en-US" sz="2400" dirty="0"/>
              <a:t>Output tokens are the dominant driver of energy usage.</a:t>
            </a:r>
          </a:p>
          <a:p>
            <a:r>
              <a:rPr lang="en-US" sz="2400" dirty="0"/>
              <a:t>Each point represents an individual run out of a total of 240 runs.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E1A96-089A-8F89-F0D9-0EAEA9010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13287" y="906332"/>
            <a:ext cx="7344485" cy="5045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7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362A-A03E-610C-243C-C4751570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99" y="241155"/>
            <a:ext cx="4368870" cy="152932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7. Average Output Tokens by Prompt Style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02E293F-7911-2720-CCDC-5158AA07B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58" y="978946"/>
            <a:ext cx="7289043" cy="51428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F1F7BB-83BB-D9BD-217D-1F2EC281A49A}"/>
              </a:ext>
            </a:extLst>
          </p:cNvPr>
          <p:cNvSpPr txBox="1"/>
          <p:nvPr/>
        </p:nvSpPr>
        <p:spPr>
          <a:xfrm>
            <a:off x="160099" y="1966833"/>
            <a:ext cx="42277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highest number of output tokens are generated by structured type of prompts.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Chain-of-Thought prompts are the lowest.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Energy variation can be observed by seeing the difference between output length among different prompt styles.</a:t>
            </a:r>
          </a:p>
        </p:txBody>
      </p:sp>
    </p:spTree>
    <p:extLst>
      <p:ext uri="{BB962C8B-B14F-4D97-AF65-F5344CB8AC3E}">
        <p14:creationId xmlns:p14="http://schemas.microsoft.com/office/powerpoint/2010/main" val="87063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A5AD-8818-1C72-ECB8-15937150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550" y="387349"/>
            <a:ext cx="3976461" cy="1295401"/>
          </a:xfrm>
          <a:ln>
            <a:solidFill>
              <a:schemeClr val="tx1"/>
            </a:solidFill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700" b="1" dirty="0"/>
              <a:t>8. Energy Prediction: Pre vs Post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05F72-6C8F-2574-26AC-A0AD38097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89" y="2237558"/>
            <a:ext cx="4142922" cy="3788774"/>
          </a:xfrm>
        </p:spPr>
        <p:txBody>
          <a:bodyPr>
            <a:normAutofit/>
          </a:bodyPr>
          <a:lstStyle/>
          <a:p>
            <a:r>
              <a:rPr lang="en-US" sz="2400" dirty="0"/>
              <a:t>Pre-run models show weak predictive power (R² ≈ 0.13).</a:t>
            </a:r>
          </a:p>
          <a:p>
            <a:r>
              <a:rPr lang="en-US" sz="2400" dirty="0"/>
              <a:t>Post-run models achieve near-perfect accuracy (R² ≈ 0.999).</a:t>
            </a:r>
          </a:p>
          <a:p>
            <a:r>
              <a:rPr lang="en-US" sz="2400" dirty="0"/>
              <a:t>Runtime behavior (tokens &amp; latency) determines energy.</a:t>
            </a:r>
          </a:p>
          <a:p>
            <a:r>
              <a:rPr lang="en-US" sz="2400" dirty="0"/>
              <a:t>Runtime features dominate prediction.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C6621F-8B77-A67D-E2CE-977CF77A4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494531"/>
              </p:ext>
            </p:extLst>
          </p:nvPr>
        </p:nvGraphicFramePr>
        <p:xfrm>
          <a:off x="5041900" y="1904999"/>
          <a:ext cx="6794501" cy="33413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59130">
                  <a:extLst>
                    <a:ext uri="{9D8B030D-6E8A-4147-A177-3AD203B41FA5}">
                      <a16:colId xmlns:a16="http://schemas.microsoft.com/office/drawing/2014/main" val="3510716945"/>
                    </a:ext>
                  </a:extLst>
                </a:gridCol>
                <a:gridCol w="1766262">
                  <a:extLst>
                    <a:ext uri="{9D8B030D-6E8A-4147-A177-3AD203B41FA5}">
                      <a16:colId xmlns:a16="http://schemas.microsoft.com/office/drawing/2014/main" val="4043932651"/>
                    </a:ext>
                  </a:extLst>
                </a:gridCol>
                <a:gridCol w="2569109">
                  <a:extLst>
                    <a:ext uri="{9D8B030D-6E8A-4147-A177-3AD203B41FA5}">
                      <a16:colId xmlns:a16="http://schemas.microsoft.com/office/drawing/2014/main" val="2750780745"/>
                    </a:ext>
                  </a:extLst>
                </a:gridCol>
              </a:tblGrid>
              <a:tr h="7901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Model Type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R²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Meaning</a:t>
                      </a:r>
                    </a:p>
                  </a:txBody>
                  <a:tcPr marL="142089" marR="142089" marT="71044" marB="71044" anchor="ctr"/>
                </a:tc>
                <a:extLst>
                  <a:ext uri="{0D108BD9-81ED-4DB2-BD59-A6C34878D82A}">
                    <a16:rowId xmlns:a16="http://schemas.microsoft.com/office/drawing/2014/main" val="1448835954"/>
                  </a:ext>
                </a:extLst>
              </a:tr>
              <a:tr h="11289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Pre-run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0.12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Weak predictive power</a:t>
                      </a:r>
                    </a:p>
                  </a:txBody>
                  <a:tcPr marL="142089" marR="142089" marT="71044" marB="71044" anchor="ctr"/>
                </a:tc>
                <a:extLst>
                  <a:ext uri="{0D108BD9-81ED-4DB2-BD59-A6C34878D82A}">
                    <a16:rowId xmlns:a16="http://schemas.microsoft.com/office/drawing/2014/main" val="1601200893"/>
                  </a:ext>
                </a:extLst>
              </a:tr>
              <a:tr h="11289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Post-run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0.999</a:t>
                      </a:r>
                    </a:p>
                  </a:txBody>
                  <a:tcPr marL="142089" marR="142089" marT="71044" marB="710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/>
                        <a:t>Near-perfect prediction</a:t>
                      </a:r>
                    </a:p>
                  </a:txBody>
                  <a:tcPr marL="142089" marR="142089" marT="71044" marB="71044" anchor="ctr"/>
                </a:tc>
                <a:extLst>
                  <a:ext uri="{0D108BD9-81ED-4DB2-BD59-A6C34878D82A}">
                    <a16:rowId xmlns:a16="http://schemas.microsoft.com/office/drawing/2014/main" val="4218306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134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0A11-B080-6ED7-1465-3320777A3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32" y="236033"/>
            <a:ext cx="4083612" cy="104412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9. Regression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8E8E09-CA47-604E-9009-449E0416A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881" y="236033"/>
            <a:ext cx="7239187" cy="478200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27A974-1957-543A-8AC7-01AF3E06A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237565"/>
              </p:ext>
            </p:extLst>
          </p:nvPr>
        </p:nvGraphicFramePr>
        <p:xfrm>
          <a:off x="6572568" y="5195943"/>
          <a:ext cx="3754774" cy="14301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77387">
                  <a:extLst>
                    <a:ext uri="{9D8B030D-6E8A-4147-A177-3AD203B41FA5}">
                      <a16:colId xmlns:a16="http://schemas.microsoft.com/office/drawing/2014/main" val="2823623304"/>
                    </a:ext>
                  </a:extLst>
                </a:gridCol>
                <a:gridCol w="1877387">
                  <a:extLst>
                    <a:ext uri="{9D8B030D-6E8A-4147-A177-3AD203B41FA5}">
                      <a16:colId xmlns:a16="http://schemas.microsoft.com/office/drawing/2014/main" val="4082093493"/>
                    </a:ext>
                  </a:extLst>
                </a:gridCol>
              </a:tblGrid>
              <a:tr h="5157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Impact on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350993"/>
                  </a:ext>
                </a:extLst>
              </a:tr>
              <a:tr h="303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latency_sec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051003"/>
                  </a:ext>
                </a:extLst>
              </a:tr>
              <a:tr h="303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output_tokens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0704"/>
                  </a:ext>
                </a:extLst>
              </a:tr>
              <a:tr h="303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Input_tokens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3310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0B31BE-AE27-FB7D-07D0-79AB2D511A31}"/>
              </a:ext>
            </a:extLst>
          </p:cNvPr>
          <p:cNvSpPr txBox="1"/>
          <p:nvPr/>
        </p:nvSpPr>
        <p:spPr>
          <a:xfrm>
            <a:off x="118334" y="1728320"/>
            <a:ext cx="41632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From the regression analysis we can observe long outputs increase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Latency</a:t>
            </a:r>
            <a:r>
              <a:rPr lang="en-US" sz="2400" dirty="0"/>
              <a:t>, is the strongest predictor of energy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concludes runtime behavior, rather than prompt style alone, is the main factor for energy consumption.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0194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9734-91A0-B4E2-B8D7-250BE324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984" y="299905"/>
            <a:ext cx="7649199" cy="1424391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b="1" dirty="0"/>
              <a:t>10. Key Insight: How Prompt Design Impacts Energy</a:t>
            </a:r>
            <a:endParaRPr lang="en-US" b="1" i="1" dirty="0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CB2373CE-FDB6-3278-DFC9-58BB01CE3E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612645"/>
              </p:ext>
            </p:extLst>
          </p:nvPr>
        </p:nvGraphicFramePr>
        <p:xfrm>
          <a:off x="413412" y="2079293"/>
          <a:ext cx="11365176" cy="4478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2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4B6E-29FC-054E-8308-D665ACB1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170" y="136304"/>
            <a:ext cx="4234629" cy="1018309"/>
          </a:xfrm>
          <a:ln>
            <a:solidFill>
              <a:schemeClr val="tx1"/>
            </a:solidFill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5400" b="1" dirty="0"/>
              <a:t>11.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A6460A-3FC0-6E70-FF20-817D70C31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968316"/>
              </p:ext>
            </p:extLst>
          </p:nvPr>
        </p:nvGraphicFramePr>
        <p:xfrm>
          <a:off x="417755" y="1602888"/>
          <a:ext cx="10608833" cy="4765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925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498E7-DF3B-96AC-8BC0-3E695448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897" y="387275"/>
            <a:ext cx="8406205" cy="1032734"/>
          </a:xfrm>
          <a:ln>
            <a:solidFill>
              <a:schemeClr val="tx1"/>
            </a:solidFill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4800" b="1" dirty="0"/>
              <a:t>12. Future Work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197D5-8B0F-AD3B-2D47-DB8A63C4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69" y="1802790"/>
            <a:ext cx="11682804" cy="4759375"/>
          </a:xfrm>
        </p:spPr>
        <p:txBody>
          <a:bodyPr anchor="t">
            <a:normAutofit/>
          </a:bodyPr>
          <a:lstStyle/>
          <a:p>
            <a:r>
              <a:rPr lang="en-US" dirty="0"/>
              <a:t>Improve pre-inference energy prediction models.</a:t>
            </a:r>
          </a:p>
          <a:p>
            <a:r>
              <a:rPr lang="en-US" dirty="0"/>
              <a:t>Test across additional Jetson power modes and clock speeds.</a:t>
            </a:r>
          </a:p>
          <a:p>
            <a:r>
              <a:rPr lang="en-US" dirty="0"/>
              <a:t>Analyze trade-offs between response quality and energy consumption.</a:t>
            </a:r>
          </a:p>
          <a:p>
            <a:r>
              <a:rPr lang="en-US" dirty="0"/>
              <a:t>Develop adaptive prompting strategies based on </a:t>
            </a:r>
            <a:r>
              <a:rPr lang="en-US"/>
              <a:t>resource constraints.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376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340D-B40E-5942-AD97-8B7E4651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292" y="441065"/>
            <a:ext cx="3795208" cy="796066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13.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32F76-36AA-9031-A625-D088B4C45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67" y="1468417"/>
            <a:ext cx="11768866" cy="4948518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E. J. Husom et al., “Sustainable LLM inference for edge AI: Evaluating quantized LLMs for energy efficiency, output accuracy, and inference latency,” arXiv, 2025.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M. Arya and Y. Simmhan, “Understanding the performance and power of LLM inferencing on edge accelerators,” arXiv, 2025.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E. J. Husom et al., “The price of prompting: Profiling energy use in large language models inference,” arXiv, 2024.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U. E. Dammu, “Energy efficiency in LLM inference: Open vs. closed models,” Regis University Practicum I, 2025.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ServiceNow, “REPLIQA dataset,” Hugging Face, 2024–2025.</a:t>
            </a:r>
          </a:p>
          <a:p>
            <a:pPr>
              <a:buFont typeface="+mj-lt"/>
              <a:buAutoNum type="arabicPeriod"/>
            </a:pPr>
            <a:r>
              <a:rPr lang="en-US" sz="1800" dirty="0" err="1"/>
              <a:t>corag</a:t>
            </a:r>
            <a:r>
              <a:rPr lang="en-US" sz="1800" dirty="0"/>
              <a:t>, “</a:t>
            </a:r>
            <a:r>
              <a:rPr lang="en-US" sz="1800" dirty="0" err="1"/>
              <a:t>MultiHopQA</a:t>
            </a:r>
            <a:r>
              <a:rPr lang="en-US" sz="1800" dirty="0"/>
              <a:t> (</a:t>
            </a:r>
            <a:r>
              <a:rPr lang="en-US" sz="1800" dirty="0" err="1"/>
              <a:t>HotpotQA</a:t>
            </a:r>
            <a:r>
              <a:rPr lang="en-US" sz="1800" dirty="0"/>
              <a:t> configuration),” Hugging Face, 2025.</a:t>
            </a:r>
          </a:p>
          <a:p>
            <a:pPr>
              <a:buFont typeface="+mj-lt"/>
              <a:buAutoNum type="arabicPeriod"/>
            </a:pPr>
            <a:r>
              <a:rPr lang="en-US" sz="1800" dirty="0" err="1"/>
              <a:t>CCSum</a:t>
            </a:r>
            <a:r>
              <a:rPr lang="en-US" sz="1800" dirty="0"/>
              <a:t> Team, “</a:t>
            </a:r>
            <a:r>
              <a:rPr lang="en-US" sz="1800" dirty="0" err="1"/>
              <a:t>CCSum</a:t>
            </a:r>
            <a:r>
              <a:rPr lang="en-US" sz="1800" dirty="0"/>
              <a:t> summarization dataset,” Hugging Face, 2024.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NVIDIA Corporation, “Jetson Nano Developer Kit Technical Reference Manual,” 2023.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F. Pedregosa et al., “Scikit-learn: Machine learning in Python,” JMLR, 2011.</a:t>
            </a:r>
          </a:p>
          <a:p>
            <a:pPr>
              <a:buFont typeface="+mj-lt"/>
              <a:buAutoNum type="arabicPeriod"/>
            </a:pPr>
            <a:r>
              <a:rPr lang="en-US" sz="1800" dirty="0" err="1"/>
              <a:t>TinyLlama</a:t>
            </a:r>
            <a:r>
              <a:rPr lang="en-US" sz="1800" dirty="0"/>
              <a:t> Team, “TinyLlama-1.1B-Chat-v1.0,” Hugging Face Models, 2024.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OpenAI, “GPT-5 Pro and GPT-4.1 Mini large language models,” 2025. [Online]. Available: </a:t>
            </a:r>
            <a:r>
              <a:rPr lang="en-US" sz="1800" dirty="0">
                <a:hlinkClick r:id="rId2"/>
              </a:rPr>
              <a:t>https://platform.openai.com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3393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D0E9B-80EC-4659-64EA-F0065D5D6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7445"/>
            <a:ext cx="10515600" cy="1613647"/>
          </a:xfrm>
        </p:spPr>
        <p:txBody>
          <a:bodyPr>
            <a:noAutofit/>
          </a:bodyPr>
          <a:lstStyle/>
          <a:p>
            <a:pPr lvl="0" algn="ctr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sz="6000" b="1" dirty="0"/>
              <a:t>Thank you</a:t>
            </a:r>
            <a:br>
              <a:rPr lang="en-US" sz="6000" b="1" dirty="0"/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- Uttam Emmaniuel Dammu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udammu@regis.edu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  <a:t> </a:t>
            </a:r>
            <a:br>
              <a:rPr lang="en-US" sz="1800" b="1" dirty="0">
                <a:latin typeface="Univers Condensed"/>
                <a:ea typeface="+mn-ea"/>
                <a:cs typeface="+mn-cs"/>
              </a:rPr>
            </a:br>
            <a:r>
              <a:rPr lang="en-US" sz="1800" b="1" dirty="0">
                <a:solidFill>
                  <a:srgbClr val="467886"/>
                </a:solidFill>
                <a:latin typeface="Univers Condensed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https://github.com/emmaniuel26/</a:t>
            </a:r>
            <a:r>
              <a:rPr lang="en-US" sz="1800" b="1" dirty="0">
                <a:latin typeface="Univers Condensed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Practicum-2</a:t>
            </a:r>
            <a:r>
              <a:rPr lang="en-US" sz="1800" b="1" dirty="0">
                <a:latin typeface="Univers Condensed"/>
                <a:ea typeface="+mn-ea"/>
                <a:cs typeface="+mn-cs"/>
              </a:rPr>
              <a:t>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Univers Condensed"/>
                <a:ea typeface="+mn-ea"/>
                <a:cs typeface="+mn-cs"/>
              </a:rPr>
            </a:br>
            <a:br>
              <a:rPr lang="en-US" sz="6000" b="1" dirty="0"/>
            </a:br>
            <a:endParaRPr lang="en-US" sz="6000" b="1" dirty="0"/>
          </a:p>
        </p:txBody>
      </p:sp>
      <p:pic>
        <p:nvPicPr>
          <p:cNvPr id="4" name="Picture 3" descr="A logo with blue and yellow text&#10;&#10;AI-generated content may be incorrect.">
            <a:extLst>
              <a:ext uri="{FF2B5EF4-FFF2-40B4-BE49-F238E27FC236}">
                <a16:creationId xmlns:a16="http://schemas.microsoft.com/office/drawing/2014/main" id="{C88CA321-07B4-F0FE-D47F-29E3369C9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0801575" y="0"/>
            <a:ext cx="1390425" cy="50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9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1963</TotalTime>
  <Words>1022</Words>
  <Application>Microsoft Office PowerPoint</Application>
  <PresentationFormat>Widescreen</PresentationFormat>
  <Paragraphs>133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Univers Condensed</vt:lpstr>
      <vt:lpstr>Wingdings</vt:lpstr>
      <vt:lpstr>Office Theme</vt:lpstr>
      <vt:lpstr>Energy Implications of Prompt Design in Edge-Based LLM Inference</vt:lpstr>
      <vt:lpstr>2. Problem &amp; Goal</vt:lpstr>
      <vt:lpstr>3. Dataset &amp; Experimental Setup</vt:lpstr>
      <vt:lpstr>4. Data Collection &amp; Experimental Pipeline</vt:lpstr>
      <vt:lpstr>5. Impact of Prompt Style on Energy &amp; Latency</vt:lpstr>
      <vt:lpstr>6. Impact of Output Tokens on Energy Consumption</vt:lpstr>
      <vt:lpstr>7. Average Output Tokens by Prompt Style</vt:lpstr>
      <vt:lpstr>8. Energy Prediction: Pre vs Post Inference</vt:lpstr>
      <vt:lpstr>9. Regression Insights</vt:lpstr>
      <vt:lpstr>10. Key Insight: How Prompt Design Impacts Energy</vt:lpstr>
      <vt:lpstr>11. Conclusion</vt:lpstr>
      <vt:lpstr>12. Future Work and Improvements</vt:lpstr>
      <vt:lpstr>13. References</vt:lpstr>
      <vt:lpstr>Thank you - Uttam Emmaniuel Dammu udammu@regis.edu  https://github.com/emmaniuel26/Practicum-2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Dammu, Uttam Emmaniuel</dc:creator>
  <cp:lastModifiedBy>Dammu, Uttam Emmaniuel</cp:lastModifiedBy>
  <cp:revision>344</cp:revision>
  <dcterms:created xsi:type="dcterms:W3CDTF">2026-04-09T23:18:34Z</dcterms:created>
  <dcterms:modified xsi:type="dcterms:W3CDTF">2026-05-03T22:44:34Z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1fc64d-f2b1-410e-a791-122d64d0fbdd_Enabled">
    <vt:lpwstr>true</vt:lpwstr>
  </property>
  <property fmtid="{D5CDD505-2E9C-101B-9397-08002B2CF9AE}" pid="3" name="MSIP_Label_c11fc64d-f2b1-410e-a791-122d64d0fbdd_SetDate">
    <vt:lpwstr>2026-04-09T23:19:18Z</vt:lpwstr>
  </property>
  <property fmtid="{D5CDD505-2E9C-101B-9397-08002B2CF9AE}" pid="4" name="MSIP_Label_c11fc64d-f2b1-410e-a791-122d64d0fbdd_Method">
    <vt:lpwstr>Privileged</vt:lpwstr>
  </property>
  <property fmtid="{D5CDD505-2E9C-101B-9397-08002B2CF9AE}" pid="5" name="MSIP_Label_c11fc64d-f2b1-410e-a791-122d64d0fbdd_Name">
    <vt:lpwstr>defa4170-0d19-0005-0000-bc88714345d2</vt:lpwstr>
  </property>
  <property fmtid="{D5CDD505-2E9C-101B-9397-08002B2CF9AE}" pid="6" name="MSIP_Label_c11fc64d-f2b1-410e-a791-122d64d0fbdd_SiteId">
    <vt:lpwstr>ecd4c5d9-c2fe-4522-afd1-f0d20755d9d7</vt:lpwstr>
  </property>
  <property fmtid="{D5CDD505-2E9C-101B-9397-08002B2CF9AE}" pid="7" name="MSIP_Label_c11fc64d-f2b1-410e-a791-122d64d0fbdd_ActionId">
    <vt:lpwstr>8a4a6573-305f-4677-a891-d642566138fe</vt:lpwstr>
  </property>
  <property fmtid="{D5CDD505-2E9C-101B-9397-08002B2CF9AE}" pid="8" name="MSIP_Label_c11fc64d-f2b1-410e-a791-122d64d0fbdd_ContentBits">
    <vt:lpwstr>0</vt:lpwstr>
  </property>
  <property fmtid="{D5CDD505-2E9C-101B-9397-08002B2CF9AE}" pid="9" name="MSIP_Label_c11fc64d-f2b1-410e-a791-122d64d0fbdd_Tag">
    <vt:lpwstr>10, 0, 1, 1</vt:lpwstr>
  </property>
</Properties>
</file>